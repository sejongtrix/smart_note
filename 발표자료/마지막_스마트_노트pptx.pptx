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TDTD장난감" panose="020B0600000101010101" charset="-127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0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0.sv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0.sv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B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2779" y="891251"/>
            <a:ext cx="16286418" cy="21688934"/>
          </a:xfrm>
          <a:custGeom>
            <a:avLst/>
            <a:gdLst/>
            <a:ahLst/>
            <a:cxnLst/>
            <a:rect l="l" t="t" r="r" b="b"/>
            <a:pathLst>
              <a:path w="16286418" h="21688934">
                <a:moveTo>
                  <a:pt x="0" y="0"/>
                </a:moveTo>
                <a:lnTo>
                  <a:pt x="16286418" y="0"/>
                </a:lnTo>
                <a:lnTo>
                  <a:pt x="16286418" y="21688934"/>
                </a:lnTo>
                <a:lnTo>
                  <a:pt x="0" y="2168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6472875" y="2436335"/>
            <a:ext cx="5342251" cy="1913497"/>
          </a:xfrm>
          <a:custGeom>
            <a:avLst/>
            <a:gdLst/>
            <a:ahLst/>
            <a:cxnLst/>
            <a:rect l="l" t="t" r="r" b="b"/>
            <a:pathLst>
              <a:path w="5342251" h="1913497">
                <a:moveTo>
                  <a:pt x="0" y="0"/>
                </a:moveTo>
                <a:lnTo>
                  <a:pt x="5342250" y="0"/>
                </a:lnTo>
                <a:lnTo>
                  <a:pt x="5342250" y="1913497"/>
                </a:lnTo>
                <a:lnTo>
                  <a:pt x="0" y="1913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rot="277291">
            <a:off x="13607949" y="7056659"/>
            <a:ext cx="2077429" cy="2135675"/>
          </a:xfrm>
          <a:custGeom>
            <a:avLst/>
            <a:gdLst/>
            <a:ahLst/>
            <a:cxnLst/>
            <a:rect l="l" t="t" r="r" b="b"/>
            <a:pathLst>
              <a:path w="2077429" h="2135675">
                <a:moveTo>
                  <a:pt x="0" y="0"/>
                </a:moveTo>
                <a:lnTo>
                  <a:pt x="2077429" y="0"/>
                </a:lnTo>
                <a:lnTo>
                  <a:pt x="2077429" y="2135674"/>
                </a:lnTo>
                <a:lnTo>
                  <a:pt x="0" y="2135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3940046" y="1830352"/>
            <a:ext cx="1402612" cy="1819426"/>
          </a:xfrm>
          <a:custGeom>
            <a:avLst/>
            <a:gdLst/>
            <a:ahLst/>
            <a:cxnLst/>
            <a:rect l="l" t="t" r="r" b="b"/>
            <a:pathLst>
              <a:path w="1402612" h="1819426">
                <a:moveTo>
                  <a:pt x="0" y="0"/>
                </a:moveTo>
                <a:lnTo>
                  <a:pt x="1402612" y="0"/>
                </a:lnTo>
                <a:lnTo>
                  <a:pt x="1402612" y="1819427"/>
                </a:lnTo>
                <a:lnTo>
                  <a:pt x="0" y="18194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2659149" y="4035507"/>
            <a:ext cx="12969701" cy="317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38"/>
              </a:lnSpc>
              <a:spcBef>
                <a:spcPct val="0"/>
              </a:spcBef>
            </a:pPr>
            <a:r>
              <a:rPr lang="ko-KR" altLang="en-US" sz="18455" u="none" strike="noStrike" spc="-88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스마트 노트</a:t>
            </a:r>
            <a:endParaRPr lang="en-US" sz="18455" u="none" strike="noStrike" spc="-885" dirty="0">
              <a:solidFill>
                <a:srgbClr val="584C46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628824" y="6892803"/>
            <a:ext cx="9030353" cy="1184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9"/>
              </a:lnSpc>
              <a:spcBef>
                <a:spcPct val="0"/>
              </a:spcBef>
            </a:pPr>
            <a:r>
              <a:rPr lang="ko-KR" altLang="en-US" sz="6864" spc="-329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창의학기제 </a:t>
            </a:r>
            <a:r>
              <a:rPr lang="en-US" altLang="ko-KR" sz="6864" spc="-329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21</a:t>
            </a:r>
            <a:r>
              <a:rPr lang="ko-KR" altLang="en-US" sz="6864" spc="-329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팀</a:t>
            </a:r>
            <a:endParaRPr lang="en-US" sz="6864" spc="-329" dirty="0">
              <a:solidFill>
                <a:srgbClr val="584C46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71956" y="2525039"/>
            <a:ext cx="534616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ko-KR" altLang="en-US" sz="5199" dirty="0">
                <a:solidFill>
                  <a:srgbClr val="FFFFFF"/>
                </a:solidFill>
                <a:latin typeface="TDTD장난감"/>
                <a:ea typeface="TDTD장난감"/>
                <a:cs typeface="TDTD장난감"/>
                <a:sym typeface="TDTD장난감"/>
              </a:rPr>
              <a:t>인공지능을 활용한</a:t>
            </a:r>
            <a:endParaRPr lang="en-US" sz="5199" dirty="0">
              <a:solidFill>
                <a:srgbClr val="FFFFFF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9" name="Freeform 9"/>
          <p:cNvSpPr/>
          <p:nvPr/>
        </p:nvSpPr>
        <p:spPr>
          <a:xfrm rot="1256729">
            <a:off x="393799" y="7732909"/>
            <a:ext cx="3193743" cy="987157"/>
          </a:xfrm>
          <a:custGeom>
            <a:avLst/>
            <a:gdLst/>
            <a:ahLst/>
            <a:cxnLst/>
            <a:rect l="l" t="t" r="r" b="b"/>
            <a:pathLst>
              <a:path w="3193743" h="987157">
                <a:moveTo>
                  <a:pt x="0" y="0"/>
                </a:moveTo>
                <a:lnTo>
                  <a:pt x="3193743" y="0"/>
                </a:lnTo>
                <a:lnTo>
                  <a:pt x="3193743" y="987157"/>
                </a:lnTo>
                <a:lnTo>
                  <a:pt x="0" y="98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B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2779" y="891251"/>
            <a:ext cx="16286418" cy="21688934"/>
          </a:xfrm>
          <a:custGeom>
            <a:avLst/>
            <a:gdLst/>
            <a:ahLst/>
            <a:cxnLst/>
            <a:rect l="l" t="t" r="r" b="b"/>
            <a:pathLst>
              <a:path w="16286418" h="21688934">
                <a:moveTo>
                  <a:pt x="0" y="0"/>
                </a:moveTo>
                <a:lnTo>
                  <a:pt x="16286418" y="0"/>
                </a:lnTo>
                <a:lnTo>
                  <a:pt x="16286418" y="21688934"/>
                </a:lnTo>
                <a:lnTo>
                  <a:pt x="0" y="2168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277291">
            <a:off x="13833796" y="7636561"/>
            <a:ext cx="2077429" cy="2135675"/>
          </a:xfrm>
          <a:custGeom>
            <a:avLst/>
            <a:gdLst/>
            <a:ahLst/>
            <a:cxnLst/>
            <a:rect l="l" t="t" r="r" b="b"/>
            <a:pathLst>
              <a:path w="2077429" h="2135675">
                <a:moveTo>
                  <a:pt x="0" y="0"/>
                </a:moveTo>
                <a:lnTo>
                  <a:pt x="2077429" y="0"/>
                </a:lnTo>
                <a:lnTo>
                  <a:pt x="2077429" y="2135675"/>
                </a:lnTo>
                <a:lnTo>
                  <a:pt x="0" y="2135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16708159" y="458393"/>
            <a:ext cx="1102282" cy="1429847"/>
          </a:xfrm>
          <a:custGeom>
            <a:avLst/>
            <a:gdLst/>
            <a:ahLst/>
            <a:cxnLst/>
            <a:rect l="l" t="t" r="r" b="b"/>
            <a:pathLst>
              <a:path w="1102282" h="1429847">
                <a:moveTo>
                  <a:pt x="0" y="0"/>
                </a:moveTo>
                <a:lnTo>
                  <a:pt x="1102282" y="0"/>
                </a:lnTo>
                <a:lnTo>
                  <a:pt x="1102282" y="1429847"/>
                </a:lnTo>
                <a:lnTo>
                  <a:pt x="0" y="1429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8087229" y="1888240"/>
            <a:ext cx="2113542" cy="2113542"/>
          </a:xfrm>
          <a:custGeom>
            <a:avLst/>
            <a:gdLst/>
            <a:ahLst/>
            <a:cxnLst/>
            <a:rect l="l" t="t" r="r" b="b"/>
            <a:pathLst>
              <a:path w="2113542" h="2113542">
                <a:moveTo>
                  <a:pt x="0" y="0"/>
                </a:moveTo>
                <a:lnTo>
                  <a:pt x="2113542" y="0"/>
                </a:lnTo>
                <a:lnTo>
                  <a:pt x="2113542" y="2113541"/>
                </a:lnTo>
                <a:lnTo>
                  <a:pt x="0" y="2113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7239000" y="5344303"/>
            <a:ext cx="2511955" cy="502391"/>
          </a:xfrm>
          <a:custGeom>
            <a:avLst/>
            <a:gdLst/>
            <a:ahLst/>
            <a:cxnLst/>
            <a:rect l="l" t="t" r="r" b="b"/>
            <a:pathLst>
              <a:path w="2511955" h="502391">
                <a:moveTo>
                  <a:pt x="0" y="0"/>
                </a:moveTo>
                <a:lnTo>
                  <a:pt x="2511955" y="0"/>
                </a:lnTo>
                <a:lnTo>
                  <a:pt x="2511955" y="502391"/>
                </a:lnTo>
                <a:lnTo>
                  <a:pt x="0" y="502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415490" y="4534361"/>
            <a:ext cx="11457020" cy="3926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ko-KR" altLang="en-US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최종 결과물 </a:t>
            </a:r>
            <a:r>
              <a:rPr lang="en-US" altLang="ko-KR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– Flask </a:t>
            </a:r>
            <a:r>
              <a:rPr lang="ko-KR" altLang="en-US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와 </a:t>
            </a:r>
            <a:r>
              <a:rPr lang="en-US" altLang="ko-KR" sz="7400" spc="-355" dirty="0" err="1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streamlit</a:t>
            </a:r>
            <a:r>
              <a:rPr lang="ko-KR" altLang="en-US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을 사용한 웹 형식</a:t>
            </a:r>
            <a:endParaRPr lang="en-US" altLang="ko-KR" sz="7400" spc="-355" dirty="0">
              <a:solidFill>
                <a:srgbClr val="584C46"/>
              </a:solidFill>
              <a:latin typeface="TDTD장난감"/>
              <a:ea typeface="TDTD장난감"/>
              <a:cs typeface="TDTD장난감"/>
              <a:sym typeface="TDTD장난감"/>
            </a:endParaRPr>
          </a:p>
          <a:p>
            <a:pPr algn="ctr">
              <a:lnSpc>
                <a:spcPts val="10360"/>
              </a:lnSpc>
            </a:pPr>
            <a:r>
              <a:rPr lang="en-US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(</a:t>
            </a:r>
            <a:r>
              <a:rPr lang="ko-KR" altLang="en-US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웹 시연</a:t>
            </a:r>
            <a:r>
              <a:rPr lang="en-US" altLang="ko-KR" sz="7400" spc="-355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)</a:t>
            </a:r>
            <a:endParaRPr lang="en-US" sz="7400" spc="-355" dirty="0">
              <a:solidFill>
                <a:srgbClr val="584C46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8" name="Freeform 8"/>
          <p:cNvSpPr/>
          <p:nvPr/>
        </p:nvSpPr>
        <p:spPr>
          <a:xfrm rot="1256729">
            <a:off x="393799" y="7732909"/>
            <a:ext cx="3193743" cy="987157"/>
          </a:xfrm>
          <a:custGeom>
            <a:avLst/>
            <a:gdLst/>
            <a:ahLst/>
            <a:cxnLst/>
            <a:rect l="l" t="t" r="r" b="b"/>
            <a:pathLst>
              <a:path w="3193743" h="987157">
                <a:moveTo>
                  <a:pt x="0" y="0"/>
                </a:moveTo>
                <a:lnTo>
                  <a:pt x="3193743" y="0"/>
                </a:lnTo>
                <a:lnTo>
                  <a:pt x="3193743" y="987157"/>
                </a:lnTo>
                <a:lnTo>
                  <a:pt x="0" y="9871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1A1D210-37A9-3403-5996-D27A0DAF383E}"/>
              </a:ext>
            </a:extLst>
          </p:cNvPr>
          <p:cNvSpPr/>
          <p:nvPr/>
        </p:nvSpPr>
        <p:spPr>
          <a:xfrm>
            <a:off x="10439400" y="5402041"/>
            <a:ext cx="3810000" cy="502391"/>
          </a:xfrm>
          <a:custGeom>
            <a:avLst/>
            <a:gdLst/>
            <a:ahLst/>
            <a:cxnLst/>
            <a:rect l="l" t="t" r="r" b="b"/>
            <a:pathLst>
              <a:path w="2511955" h="502391">
                <a:moveTo>
                  <a:pt x="0" y="0"/>
                </a:moveTo>
                <a:lnTo>
                  <a:pt x="2511955" y="0"/>
                </a:lnTo>
                <a:lnTo>
                  <a:pt x="2511955" y="502391"/>
                </a:lnTo>
                <a:lnTo>
                  <a:pt x="0" y="502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B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2779" y="891251"/>
            <a:ext cx="16286418" cy="21688934"/>
          </a:xfrm>
          <a:custGeom>
            <a:avLst/>
            <a:gdLst/>
            <a:ahLst/>
            <a:cxnLst/>
            <a:rect l="l" t="t" r="r" b="b"/>
            <a:pathLst>
              <a:path w="16286418" h="21688934">
                <a:moveTo>
                  <a:pt x="0" y="0"/>
                </a:moveTo>
                <a:lnTo>
                  <a:pt x="16286418" y="0"/>
                </a:lnTo>
                <a:lnTo>
                  <a:pt x="16286418" y="21688934"/>
                </a:lnTo>
                <a:lnTo>
                  <a:pt x="0" y="2168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6708159" y="458393"/>
            <a:ext cx="1102282" cy="1429847"/>
          </a:xfrm>
          <a:custGeom>
            <a:avLst/>
            <a:gdLst/>
            <a:ahLst/>
            <a:cxnLst/>
            <a:rect l="l" t="t" r="r" b="b"/>
            <a:pathLst>
              <a:path w="1102282" h="1429847">
                <a:moveTo>
                  <a:pt x="0" y="0"/>
                </a:moveTo>
                <a:lnTo>
                  <a:pt x="1102282" y="0"/>
                </a:lnTo>
                <a:lnTo>
                  <a:pt x="1102282" y="1429847"/>
                </a:lnTo>
                <a:lnTo>
                  <a:pt x="0" y="1429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3924300" y="4436536"/>
            <a:ext cx="2269331" cy="423517"/>
          </a:xfrm>
          <a:custGeom>
            <a:avLst/>
            <a:gdLst/>
            <a:ahLst/>
            <a:cxnLst/>
            <a:rect l="l" t="t" r="r" b="b"/>
            <a:pathLst>
              <a:path w="2117583" h="423517">
                <a:moveTo>
                  <a:pt x="0" y="0"/>
                </a:moveTo>
                <a:lnTo>
                  <a:pt x="2117583" y="0"/>
                </a:lnTo>
                <a:lnTo>
                  <a:pt x="2117583" y="423517"/>
                </a:lnTo>
                <a:lnTo>
                  <a:pt x="0" y="4235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3924300" y="5588816"/>
            <a:ext cx="2269331" cy="423517"/>
          </a:xfrm>
          <a:custGeom>
            <a:avLst/>
            <a:gdLst/>
            <a:ahLst/>
            <a:cxnLst/>
            <a:rect l="l" t="t" r="r" b="b"/>
            <a:pathLst>
              <a:path w="2117583" h="423517">
                <a:moveTo>
                  <a:pt x="0" y="0"/>
                </a:moveTo>
                <a:lnTo>
                  <a:pt x="2117583" y="0"/>
                </a:lnTo>
                <a:lnTo>
                  <a:pt x="2117583" y="423516"/>
                </a:lnTo>
                <a:lnTo>
                  <a:pt x="0" y="423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3924300" y="6810565"/>
            <a:ext cx="2269331" cy="423517"/>
          </a:xfrm>
          <a:custGeom>
            <a:avLst/>
            <a:gdLst/>
            <a:ahLst/>
            <a:cxnLst/>
            <a:rect l="l" t="t" r="r" b="b"/>
            <a:pathLst>
              <a:path w="2117583" h="423517">
                <a:moveTo>
                  <a:pt x="0" y="0"/>
                </a:moveTo>
                <a:lnTo>
                  <a:pt x="2117583" y="0"/>
                </a:lnTo>
                <a:lnTo>
                  <a:pt x="2117583" y="423517"/>
                </a:lnTo>
                <a:lnTo>
                  <a:pt x="0" y="4235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3415490" y="2194439"/>
            <a:ext cx="11457020" cy="130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81"/>
              </a:lnSpc>
              <a:spcBef>
                <a:spcPct val="0"/>
              </a:spcBef>
            </a:pPr>
            <a:r>
              <a:rPr lang="ko-KR" altLang="en-US" sz="7558" u="none" strike="noStrike" spc="-362" dirty="0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기능 소개</a:t>
            </a:r>
            <a:endParaRPr lang="en-US" sz="7558" u="none" strike="noStrike" spc="-362" dirty="0">
              <a:solidFill>
                <a:srgbClr val="584C46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11" name="Freeform 11"/>
          <p:cNvSpPr/>
          <p:nvPr/>
        </p:nvSpPr>
        <p:spPr>
          <a:xfrm rot="-1809795">
            <a:off x="5585577" y="2389743"/>
            <a:ext cx="1370768" cy="1370768"/>
          </a:xfrm>
          <a:custGeom>
            <a:avLst/>
            <a:gdLst/>
            <a:ahLst/>
            <a:cxnLst/>
            <a:rect l="l" t="t" r="r" b="b"/>
            <a:pathLst>
              <a:path w="1370768" h="1370768">
                <a:moveTo>
                  <a:pt x="0" y="0"/>
                </a:moveTo>
                <a:lnTo>
                  <a:pt x="1370768" y="0"/>
                </a:lnTo>
                <a:lnTo>
                  <a:pt x="1370768" y="1370768"/>
                </a:lnTo>
                <a:lnTo>
                  <a:pt x="0" y="1370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676033" y="4284744"/>
            <a:ext cx="4880417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ko-KR" alt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강의 음성 텍스트화</a:t>
            </a:r>
            <a:endParaRPr lang="en-US" sz="4399" dirty="0">
              <a:solidFill>
                <a:srgbClr val="493627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76032" y="6589794"/>
            <a:ext cx="5074391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ko-KR" alt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강의 통합 요약본 제공</a:t>
            </a:r>
            <a:endParaRPr lang="en-US" sz="4399" dirty="0">
              <a:solidFill>
                <a:srgbClr val="493627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676032" y="5437023"/>
            <a:ext cx="5074391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ko-KR" alt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교안의 이미지 </a:t>
            </a:r>
            <a:r>
              <a:rPr lang="en-US" altLang="ko-KR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3d</a:t>
            </a:r>
            <a:r>
              <a:rPr lang="ko-KR" alt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화</a:t>
            </a:r>
            <a:endParaRPr lang="en-US" sz="4399" dirty="0">
              <a:solidFill>
                <a:srgbClr val="493627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962400" y="4305300"/>
            <a:ext cx="2269331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59"/>
              </a:lnSpc>
              <a:spcBef>
                <a:spcPct val="0"/>
              </a:spcBef>
            </a:pPr>
            <a:r>
              <a:rPr 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whisper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2400" y="6610351"/>
            <a:ext cx="2269331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59"/>
              </a:lnSpc>
              <a:spcBef>
                <a:spcPct val="0"/>
              </a:spcBef>
            </a:pPr>
            <a:r>
              <a:rPr 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AI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62400" y="5457580"/>
            <a:ext cx="2269331" cy="76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59"/>
              </a:lnSpc>
              <a:spcBef>
                <a:spcPct val="0"/>
              </a:spcBef>
            </a:pPr>
            <a:r>
              <a:rPr lang="en-US" sz="4399" dirty="0">
                <a:solidFill>
                  <a:srgbClr val="493627"/>
                </a:solidFill>
                <a:latin typeface="TDTD장난감"/>
                <a:ea typeface="TDTD장난감"/>
                <a:cs typeface="TDTD장난감"/>
                <a:sym typeface="TDTD장난감"/>
              </a:rPr>
              <a:t>image</a:t>
            </a:r>
          </a:p>
        </p:txBody>
      </p:sp>
      <p:sp>
        <p:nvSpPr>
          <p:cNvPr id="20" name="Freeform 20"/>
          <p:cNvSpPr/>
          <p:nvPr/>
        </p:nvSpPr>
        <p:spPr>
          <a:xfrm rot="1256729">
            <a:off x="393799" y="7732909"/>
            <a:ext cx="3193743" cy="987157"/>
          </a:xfrm>
          <a:custGeom>
            <a:avLst/>
            <a:gdLst/>
            <a:ahLst/>
            <a:cxnLst/>
            <a:rect l="l" t="t" r="r" b="b"/>
            <a:pathLst>
              <a:path w="3193743" h="987157">
                <a:moveTo>
                  <a:pt x="0" y="0"/>
                </a:moveTo>
                <a:lnTo>
                  <a:pt x="3193743" y="0"/>
                </a:lnTo>
                <a:lnTo>
                  <a:pt x="3193743" y="987157"/>
                </a:lnTo>
                <a:lnTo>
                  <a:pt x="0" y="98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BB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2779" y="891251"/>
            <a:ext cx="16286418" cy="21688934"/>
          </a:xfrm>
          <a:custGeom>
            <a:avLst/>
            <a:gdLst/>
            <a:ahLst/>
            <a:cxnLst/>
            <a:rect l="l" t="t" r="r" b="b"/>
            <a:pathLst>
              <a:path w="16286418" h="21688934">
                <a:moveTo>
                  <a:pt x="0" y="0"/>
                </a:moveTo>
                <a:lnTo>
                  <a:pt x="16286418" y="0"/>
                </a:lnTo>
                <a:lnTo>
                  <a:pt x="16286418" y="21688934"/>
                </a:lnTo>
                <a:lnTo>
                  <a:pt x="0" y="2168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16708159" y="458393"/>
            <a:ext cx="1102282" cy="1429847"/>
          </a:xfrm>
          <a:custGeom>
            <a:avLst/>
            <a:gdLst/>
            <a:ahLst/>
            <a:cxnLst/>
            <a:rect l="l" t="t" r="r" b="b"/>
            <a:pathLst>
              <a:path w="1102282" h="1429847">
                <a:moveTo>
                  <a:pt x="0" y="0"/>
                </a:moveTo>
                <a:lnTo>
                  <a:pt x="1102282" y="0"/>
                </a:lnTo>
                <a:lnTo>
                  <a:pt x="1102282" y="1429847"/>
                </a:lnTo>
                <a:lnTo>
                  <a:pt x="0" y="1429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 rot="1053224">
            <a:off x="13814494" y="2093989"/>
            <a:ext cx="1613501" cy="1613501"/>
          </a:xfrm>
          <a:custGeom>
            <a:avLst/>
            <a:gdLst/>
            <a:ahLst/>
            <a:cxnLst/>
            <a:rect l="l" t="t" r="r" b="b"/>
            <a:pathLst>
              <a:path w="1613501" h="1613501">
                <a:moveTo>
                  <a:pt x="0" y="0"/>
                </a:moveTo>
                <a:lnTo>
                  <a:pt x="1613501" y="0"/>
                </a:lnTo>
                <a:lnTo>
                  <a:pt x="1613501" y="1613501"/>
                </a:lnTo>
                <a:lnTo>
                  <a:pt x="0" y="16135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7724239" y="2301973"/>
            <a:ext cx="2009764" cy="1151047"/>
          </a:xfrm>
          <a:custGeom>
            <a:avLst/>
            <a:gdLst/>
            <a:ahLst/>
            <a:cxnLst/>
            <a:rect l="l" t="t" r="r" b="b"/>
            <a:pathLst>
              <a:path w="2009764" h="1151047">
                <a:moveTo>
                  <a:pt x="0" y="0"/>
                </a:moveTo>
                <a:lnTo>
                  <a:pt x="2009764" y="0"/>
                </a:lnTo>
                <a:lnTo>
                  <a:pt x="2009764" y="1151046"/>
                </a:lnTo>
                <a:lnTo>
                  <a:pt x="0" y="11510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256421" y="2149573"/>
            <a:ext cx="9323928" cy="130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81"/>
              </a:lnSpc>
              <a:spcBef>
                <a:spcPct val="0"/>
              </a:spcBef>
            </a:pPr>
            <a:r>
              <a:rPr lang="ko-KR" altLang="en-US" sz="7558" spc="-362" dirty="0" err="1">
                <a:solidFill>
                  <a:srgbClr val="584C46"/>
                </a:solidFill>
                <a:latin typeface="TDTD장난감"/>
                <a:ea typeface="TDTD장난감"/>
                <a:cs typeface="TDTD장난감"/>
                <a:sym typeface="TDTD장난감"/>
              </a:rPr>
              <a:t>첫화면</a:t>
            </a:r>
            <a:endParaRPr lang="en-US" sz="7558" spc="-362" dirty="0">
              <a:solidFill>
                <a:srgbClr val="584C46"/>
              </a:solidFill>
              <a:latin typeface="TDTD장난감"/>
              <a:ea typeface="TDTD장난감"/>
              <a:cs typeface="TDTD장난감"/>
              <a:sym typeface="TDTD장난감"/>
            </a:endParaRPr>
          </a:p>
        </p:txBody>
      </p:sp>
      <p:sp>
        <p:nvSpPr>
          <p:cNvPr id="13" name="Freeform 13"/>
          <p:cNvSpPr/>
          <p:nvPr/>
        </p:nvSpPr>
        <p:spPr>
          <a:xfrm rot="1256729">
            <a:off x="393799" y="7732909"/>
            <a:ext cx="3193743" cy="987157"/>
          </a:xfrm>
          <a:custGeom>
            <a:avLst/>
            <a:gdLst/>
            <a:ahLst/>
            <a:cxnLst/>
            <a:rect l="l" t="t" r="r" b="b"/>
            <a:pathLst>
              <a:path w="3193743" h="987157">
                <a:moveTo>
                  <a:pt x="0" y="0"/>
                </a:moveTo>
                <a:lnTo>
                  <a:pt x="3193743" y="0"/>
                </a:lnTo>
                <a:lnTo>
                  <a:pt x="3193743" y="987157"/>
                </a:lnTo>
                <a:lnTo>
                  <a:pt x="0" y="98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148DFA0-A04C-43C3-33C4-3BE7896CA4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729" y="3605420"/>
            <a:ext cx="11886542" cy="60931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44A3CD-F542-6EDA-EF04-C2F4EB83C8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18925" y="3605420"/>
            <a:ext cx="11868345" cy="605069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AD55A54-825C-D336-9AF7-04EFB5FE65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728" y="3626623"/>
            <a:ext cx="11821447" cy="60931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38</Words>
  <Application>Microsoft Office PowerPoint</Application>
  <PresentationFormat>사용자 지정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TDTD장난감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청녹색 귀여운 일러스트 자기소개 발표 프레젠테이션</dc:title>
  <cp:lastModifiedBy>이가은</cp:lastModifiedBy>
  <cp:revision>2</cp:revision>
  <dcterms:created xsi:type="dcterms:W3CDTF">2006-08-16T00:00:00Z</dcterms:created>
  <dcterms:modified xsi:type="dcterms:W3CDTF">2025-08-05T23:19:06Z</dcterms:modified>
  <dc:identifier>DAGvMFP9Kiw</dc:identifier>
</cp:coreProperties>
</file>