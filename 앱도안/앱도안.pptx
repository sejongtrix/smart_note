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0" r:id="rId2"/>
    <p:sldId id="256" r:id="rId3"/>
    <p:sldId id="257" r:id="rId4"/>
    <p:sldId id="259" r:id="rId5"/>
    <p:sldId id="263" r:id="rId6"/>
    <p:sldId id="258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940" autoAdjust="0"/>
  </p:normalViewPr>
  <p:slideViewPr>
    <p:cSldViewPr snapToGrid="0">
      <p:cViewPr varScale="1">
        <p:scale>
          <a:sx n="103" d="100"/>
          <a:sy n="103" d="100"/>
        </p:scale>
        <p:origin x="138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28814-6F4C-440F-811F-DEFA9A79A6E3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4FB8D-98F4-411D-96C0-4A18635E84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78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4FB8D-98F4-411D-96C0-4A18635E847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541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782787-0A16-4DC9-CAD5-FFBF8299BC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294934-1AD6-AD7F-89B5-BCF38F61E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3B2104-FBD5-8F20-774F-71197B352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5435-5002-45F5-B2B8-B1855D67371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5F1542-640D-9FCE-A804-D4ADAF35B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6551B-0D71-0747-B423-F48190996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A2581-2E5F-479E-B1FC-3A8291AD8D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195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94029-6DC0-4AE9-1301-B2591E9A6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F50CD2-201D-9FA6-C3CD-CF0B08AC5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74F95C-5BBF-F3E0-C321-95A1C5257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5435-5002-45F5-B2B8-B1855D67371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82CAA9-61CE-6E55-32B6-BC23D715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2EE8F7-84D1-F292-0BFA-6746148A2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A2581-2E5F-479E-B1FC-3A8291AD8D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9891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7E0564-EEBD-8B51-1D73-A37B62CA2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9DFFE7-0AF4-90DB-B5BC-F5D251C34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E12D6B-AC9E-964F-C546-F4034E389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5435-5002-45F5-B2B8-B1855D67371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DA5BCE-CBA6-8635-E5D8-9C65821D1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092081-1AD9-A7C3-245D-D906B9097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A2581-2E5F-479E-B1FC-3A8291AD8D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94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300B4-97F1-D36A-555A-51045D270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3B058A-F668-F634-FA27-E4386F55FD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9CCB74-C9BC-D4E3-1ADD-00235CA1C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03CF08-22B3-9111-FD74-4EC522D16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5435-5002-45F5-B2B8-B1855D67371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E7F433-54DB-CD13-7E9C-7F04859A9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8029B0-2A17-5980-CA1D-6623680B9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A2581-2E5F-479E-B1FC-3A8291AD8D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52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2FA6A3-F28D-75E9-4B55-99A19366A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DD7E6B-790A-7F4F-D573-2193661B6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784A87-E3AB-792A-2FD0-3700B5A62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9A8AA77-2F7C-B9DB-2772-005BED923C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0E1D33-E239-B05C-6C04-5FD46BEACB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11700E6-C1A0-9C49-C674-0D711110C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5435-5002-45F5-B2B8-B1855D67371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01BB570-6DF6-577E-342F-CA8503DB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A44F11C-6499-342B-46F5-1BFDE6F9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A2581-2E5F-479E-B1FC-3A8291AD8D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119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E5330F-491A-8EEE-2A02-15119E032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4E018CD-1AC3-69DF-1E3F-4CF937BEE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5435-5002-45F5-B2B8-B1855D67371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85E88DA-0C3E-911F-F8F8-0E07A029D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F85AA1-B2FF-3A96-01D6-5A86E6A68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A2581-2E5F-479E-B1FC-3A8291AD8D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818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962D64E-940A-5652-4CD2-EA34ECD64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5435-5002-45F5-B2B8-B1855D67371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144CD22-1767-E83B-C59B-C9EA214E6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8F01DD-271B-A744-D24C-E5EA4AB2F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A2581-2E5F-479E-B1FC-3A8291AD8D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6554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AD37CC-E91D-299F-4B10-4CC0B2C23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CBD3C6-1D49-C597-8AEE-16ADB2D75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77BF84-FD50-633C-E987-F11D89219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2FCFD9-C67F-7E6F-693E-D78AFEC1E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5435-5002-45F5-B2B8-B1855D67371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25CCE8-6D5D-EC80-CA51-21E90B656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C8CA63-1803-0FFA-BC49-7DD52717B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A2581-2E5F-479E-B1FC-3A8291AD8D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690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0C8F6F-3A25-317D-23E9-2762E5C57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BE7CAF4-E5CC-B08C-87BD-AB893526F3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6793AD-CD5C-FACC-8D79-53446CA36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244092-8062-B76D-9AEF-7FF73BB7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5435-5002-45F5-B2B8-B1855D67371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0C7F93-C930-8EEB-D575-7E570F179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4F6044-2B87-53D0-5856-4757C214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A2581-2E5F-479E-B1FC-3A8291AD8D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392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1E2999-45C2-901D-1715-A55FECB6A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D2C403-0DA7-02B8-060D-BD02DD3A7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2AB7F6-BA9B-83A1-B414-6809D1DCB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5435-5002-45F5-B2B8-B1855D67371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6E62D3-5897-7FA4-74A1-F08A71D08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82AA9E-888A-A0CC-01A8-DC96E95B4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A2581-2E5F-479E-B1FC-3A8291AD8D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643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D9C4371-5FB7-ED55-40B9-0950AE3A75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BC8299-406F-AFEC-2584-A74EA39EC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DEB14F-ECF5-063B-E07E-DC8B9F069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5435-5002-45F5-B2B8-B1855D67371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97CBDA-9AC3-56FD-FA9A-3883C6874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AB6EC9-3293-5CF1-C05E-A58F180C3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A2581-2E5F-479E-B1FC-3A8291AD8D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961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A43725F-3B85-D2F6-A74E-37552CFFA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F8F4DF-8C63-FC9F-1D82-68A36E671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351509-D5DC-A7D2-035C-87DC7BC7BF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275435-5002-45F5-B2B8-B1855D67371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13FDEB-D405-ADE6-9EE1-75FF59C329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E9095F-8750-D44B-BCBD-E243E2E49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A2581-2E5F-479E-B1FC-3A8291AD8D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3660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6A6401C5-DCB8-3195-EC50-1A2A6AB1023F}"/>
              </a:ext>
            </a:extLst>
          </p:cNvPr>
          <p:cNvSpPr/>
          <p:nvPr/>
        </p:nvSpPr>
        <p:spPr>
          <a:xfrm>
            <a:off x="0" y="1847461"/>
            <a:ext cx="2360645" cy="47959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860D3FF-79B2-4798-5F13-DD263FE77A35}"/>
              </a:ext>
            </a:extLst>
          </p:cNvPr>
          <p:cNvSpPr/>
          <p:nvPr/>
        </p:nvSpPr>
        <p:spPr>
          <a:xfrm>
            <a:off x="2425959" y="1474237"/>
            <a:ext cx="8098972" cy="50186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205F28D-96EF-F2C7-B75D-B631EEB506DD}"/>
              </a:ext>
            </a:extLst>
          </p:cNvPr>
          <p:cNvSpPr/>
          <p:nvPr/>
        </p:nvSpPr>
        <p:spPr>
          <a:xfrm>
            <a:off x="7759958" y="3513282"/>
            <a:ext cx="2606351" cy="3172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Mp4</a:t>
            </a:r>
            <a:r>
              <a:rPr lang="ko-KR" altLang="en-US" dirty="0">
                <a:solidFill>
                  <a:schemeClr val="tx1"/>
                </a:solidFill>
              </a:rPr>
              <a:t>만 가능 파일 첨부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A3716A0-2C4C-F793-93FD-24B2C23DB814}"/>
              </a:ext>
            </a:extLst>
          </p:cNvPr>
          <p:cNvSpPr/>
          <p:nvPr/>
        </p:nvSpPr>
        <p:spPr>
          <a:xfrm>
            <a:off x="3971731" y="3513282"/>
            <a:ext cx="3470988" cy="3172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첨부된 동영상 파일 이름 출력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E480EE9-BC12-0B8B-FE8B-A704CE45A933}"/>
              </a:ext>
            </a:extLst>
          </p:cNvPr>
          <p:cNvSpPr/>
          <p:nvPr/>
        </p:nvSpPr>
        <p:spPr>
          <a:xfrm>
            <a:off x="2640563" y="3513282"/>
            <a:ext cx="1212980" cy="3172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강의 영상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E27734E-6B17-9701-6BDD-CE6354A5EDD3}"/>
              </a:ext>
            </a:extLst>
          </p:cNvPr>
          <p:cNvSpPr/>
          <p:nvPr/>
        </p:nvSpPr>
        <p:spPr>
          <a:xfrm>
            <a:off x="7759959" y="4035797"/>
            <a:ext cx="2606350" cy="3172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Pdf</a:t>
            </a:r>
            <a:r>
              <a:rPr lang="ko-KR" altLang="en-US" dirty="0">
                <a:solidFill>
                  <a:schemeClr val="tx1"/>
                </a:solidFill>
              </a:rPr>
              <a:t>만 가능 파일 첨부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4B4E0B0-FFF1-4682-47E1-BD14CBE8693A}"/>
              </a:ext>
            </a:extLst>
          </p:cNvPr>
          <p:cNvSpPr/>
          <p:nvPr/>
        </p:nvSpPr>
        <p:spPr>
          <a:xfrm>
            <a:off x="3971731" y="4035797"/>
            <a:ext cx="3470988" cy="3172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첨부된 교안 파일 이름 출력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2EFD0E9-955E-4AE4-5474-92D96407F71F}"/>
              </a:ext>
            </a:extLst>
          </p:cNvPr>
          <p:cNvSpPr/>
          <p:nvPr/>
        </p:nvSpPr>
        <p:spPr>
          <a:xfrm>
            <a:off x="2640563" y="4035797"/>
            <a:ext cx="1212980" cy="3172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강의 교안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6A8537E-7BC7-110D-7E97-C8784C9895B2}"/>
              </a:ext>
            </a:extLst>
          </p:cNvPr>
          <p:cNvSpPr/>
          <p:nvPr/>
        </p:nvSpPr>
        <p:spPr>
          <a:xfrm>
            <a:off x="3069771" y="1847461"/>
            <a:ext cx="6696270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스마트 노트 </a:t>
            </a:r>
            <a:r>
              <a:rPr lang="en-US" altLang="ko-KR" dirty="0"/>
              <a:t>(</a:t>
            </a:r>
            <a:r>
              <a:rPr lang="ko-KR" altLang="en-US" dirty="0"/>
              <a:t>첫 표지에 알맞은 디자인 필요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CF69943-8B73-BC2D-CA43-EFB09D9827CA}"/>
              </a:ext>
            </a:extLst>
          </p:cNvPr>
          <p:cNvSpPr/>
          <p:nvPr/>
        </p:nvSpPr>
        <p:spPr>
          <a:xfrm>
            <a:off x="2799184" y="5617029"/>
            <a:ext cx="7324530" cy="4478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진행도 </a:t>
            </a:r>
            <a:r>
              <a:rPr lang="ko-KR" altLang="en-US" dirty="0" err="1"/>
              <a:t>표시바</a:t>
            </a:r>
            <a:r>
              <a:rPr lang="en-US" altLang="ko-KR" dirty="0"/>
              <a:t>, </a:t>
            </a:r>
            <a:r>
              <a:rPr lang="ko-KR" altLang="en-US" dirty="0"/>
              <a:t>진행 내용과 함께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5A9165F-91CC-EE01-0522-C9A3BDCA2690}"/>
              </a:ext>
            </a:extLst>
          </p:cNvPr>
          <p:cNvCxnSpPr/>
          <p:nvPr/>
        </p:nvCxnSpPr>
        <p:spPr>
          <a:xfrm>
            <a:off x="2211355" y="5225143"/>
            <a:ext cx="942392" cy="391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EA7D7D1-79B1-6455-8640-76519D7466EE}"/>
              </a:ext>
            </a:extLst>
          </p:cNvPr>
          <p:cNvSpPr txBox="1"/>
          <p:nvPr/>
        </p:nvSpPr>
        <p:spPr>
          <a:xfrm>
            <a:off x="0" y="1997094"/>
            <a:ext cx="22113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대충 우리의 프로그램에서 거쳐야 하는 코드들을 기준으로 </a:t>
            </a:r>
            <a:r>
              <a:rPr lang="en-US" altLang="ko-KR" dirty="0"/>
              <a:t>%</a:t>
            </a:r>
            <a:r>
              <a:rPr lang="ko-KR" altLang="en-US" dirty="0" err="1"/>
              <a:t>잡으면됨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445E306-7DD9-264D-F4CC-862458805939}"/>
              </a:ext>
            </a:extLst>
          </p:cNvPr>
          <p:cNvSpPr/>
          <p:nvPr/>
        </p:nvSpPr>
        <p:spPr>
          <a:xfrm>
            <a:off x="0" y="3661034"/>
            <a:ext cx="2310881" cy="3452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1.</a:t>
            </a:r>
            <a:r>
              <a:rPr lang="ko-KR" altLang="en-US" sz="1400" dirty="0"/>
              <a:t>영상</a:t>
            </a:r>
            <a:r>
              <a:rPr lang="en-US" altLang="ko-KR" sz="1400" dirty="0"/>
              <a:t>,</a:t>
            </a:r>
            <a:r>
              <a:rPr lang="ko-KR" altLang="en-US" sz="1400" dirty="0"/>
              <a:t>교안 알맞게 왔는지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484DBFD-BD29-93FF-BE21-81278CEA7FD3}"/>
              </a:ext>
            </a:extLst>
          </p:cNvPr>
          <p:cNvSpPr/>
          <p:nvPr/>
        </p:nvSpPr>
        <p:spPr>
          <a:xfrm>
            <a:off x="0" y="4137203"/>
            <a:ext cx="2310881" cy="3452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2.</a:t>
            </a:r>
            <a:r>
              <a:rPr lang="ko-KR" altLang="en-US" sz="1400" dirty="0"/>
              <a:t>영상 </a:t>
            </a:r>
            <a:r>
              <a:rPr lang="en-US" altLang="ko-KR" sz="1400" dirty="0" err="1"/>
              <a:t>whispher</a:t>
            </a:r>
            <a:r>
              <a:rPr lang="ko-KR" altLang="en-US" sz="1400" dirty="0"/>
              <a:t>로 변환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707CC8B-98B0-74E6-48A6-CDA40EBDDE18}"/>
              </a:ext>
            </a:extLst>
          </p:cNvPr>
          <p:cNvSpPr/>
          <p:nvPr/>
        </p:nvSpPr>
        <p:spPr>
          <a:xfrm>
            <a:off x="0" y="4636236"/>
            <a:ext cx="2310881" cy="3452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3.</a:t>
            </a:r>
            <a:r>
              <a:rPr lang="ko-KR" altLang="en-US" sz="1000" dirty="0" err="1"/>
              <a:t>교안속</a:t>
            </a:r>
            <a:r>
              <a:rPr lang="ko-KR" altLang="en-US" sz="1000" dirty="0"/>
              <a:t> 이미지 </a:t>
            </a:r>
            <a:r>
              <a:rPr lang="en-US" altLang="ko-KR" sz="1000" dirty="0"/>
              <a:t>3d</a:t>
            </a:r>
            <a:r>
              <a:rPr lang="ko-KR" altLang="en-US" sz="1000" dirty="0"/>
              <a:t>가능판별 및 추출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D2DBD34-4E3E-6BA5-2D95-4C53F28FE628}"/>
              </a:ext>
            </a:extLst>
          </p:cNvPr>
          <p:cNvSpPr/>
          <p:nvPr/>
        </p:nvSpPr>
        <p:spPr>
          <a:xfrm>
            <a:off x="0" y="5126246"/>
            <a:ext cx="2310881" cy="3452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4.</a:t>
            </a:r>
            <a:r>
              <a:rPr lang="ko-KR" altLang="en-US" sz="1000" dirty="0"/>
              <a:t>동영상 속 장면변화페이지 시간대 추출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08D4F53-8600-7243-4AB9-21B9EE6D7DEF}"/>
              </a:ext>
            </a:extLst>
          </p:cNvPr>
          <p:cNvSpPr/>
          <p:nvPr/>
        </p:nvSpPr>
        <p:spPr>
          <a:xfrm>
            <a:off x="0" y="5608005"/>
            <a:ext cx="2310881" cy="3452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5.llm</a:t>
            </a:r>
            <a:r>
              <a:rPr lang="ko-KR" altLang="en-US" sz="1000" dirty="0"/>
              <a:t>에 교안과 </a:t>
            </a:r>
            <a:r>
              <a:rPr lang="ko-KR" altLang="en-US" sz="1000" dirty="0" err="1"/>
              <a:t>대사넣고</a:t>
            </a:r>
            <a:r>
              <a:rPr lang="ko-KR" altLang="en-US" sz="1000" dirty="0"/>
              <a:t> 값 반환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DC9133F-D3C9-575B-32A1-CA3A844F772A}"/>
              </a:ext>
            </a:extLst>
          </p:cNvPr>
          <p:cNvSpPr/>
          <p:nvPr/>
        </p:nvSpPr>
        <p:spPr>
          <a:xfrm>
            <a:off x="0" y="6147642"/>
            <a:ext cx="2310881" cy="3452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6.</a:t>
            </a:r>
            <a:r>
              <a:rPr lang="ko-KR" altLang="en-US" sz="1400" dirty="0"/>
              <a:t>기타 자잘한 것들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41F7611-A388-1FB0-C127-FDFC955B9F14}"/>
              </a:ext>
            </a:extLst>
          </p:cNvPr>
          <p:cNvSpPr/>
          <p:nvPr/>
        </p:nvSpPr>
        <p:spPr>
          <a:xfrm>
            <a:off x="2528596" y="1287624"/>
            <a:ext cx="541175" cy="391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0353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직사각형 64">
            <a:extLst>
              <a:ext uri="{FF2B5EF4-FFF2-40B4-BE49-F238E27FC236}">
                <a16:creationId xmlns:a16="http://schemas.microsoft.com/office/drawing/2014/main" id="{0A4C53B1-445C-641C-D9AE-DEFD70185591}"/>
              </a:ext>
            </a:extLst>
          </p:cNvPr>
          <p:cNvSpPr/>
          <p:nvPr/>
        </p:nvSpPr>
        <p:spPr>
          <a:xfrm>
            <a:off x="0" y="74645"/>
            <a:ext cx="12087497" cy="67833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70CA9FF-42AF-4F46-A6DD-D5DD71F30308}"/>
              </a:ext>
            </a:extLst>
          </p:cNvPr>
          <p:cNvCxnSpPr/>
          <p:nvPr/>
        </p:nvCxnSpPr>
        <p:spPr>
          <a:xfrm>
            <a:off x="496389" y="6484518"/>
            <a:ext cx="1118180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3D9B28FC-79D6-992E-343A-26CA126A2533}"/>
              </a:ext>
            </a:extLst>
          </p:cNvPr>
          <p:cNvSpPr/>
          <p:nvPr/>
        </p:nvSpPr>
        <p:spPr>
          <a:xfrm>
            <a:off x="496389" y="6399609"/>
            <a:ext cx="209005" cy="1698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D4636BC-22AD-D538-3AA2-59999AA72149}"/>
              </a:ext>
            </a:extLst>
          </p:cNvPr>
          <p:cNvSpPr/>
          <p:nvPr/>
        </p:nvSpPr>
        <p:spPr>
          <a:xfrm>
            <a:off x="11486606" y="6399609"/>
            <a:ext cx="209005" cy="1698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FDBCC7A-432B-1CFE-F065-96BC78BE2076}"/>
              </a:ext>
            </a:extLst>
          </p:cNvPr>
          <p:cNvCxnSpPr/>
          <p:nvPr/>
        </p:nvCxnSpPr>
        <p:spPr>
          <a:xfrm>
            <a:off x="1201783" y="6357154"/>
            <a:ext cx="0" cy="2547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2C03952-FBA2-BD5F-7AC3-3944FA841671}"/>
              </a:ext>
            </a:extLst>
          </p:cNvPr>
          <p:cNvCxnSpPr/>
          <p:nvPr/>
        </p:nvCxnSpPr>
        <p:spPr>
          <a:xfrm>
            <a:off x="3204755" y="6357154"/>
            <a:ext cx="0" cy="2547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0AA9623-A810-5126-2398-63C5F3CDD468}"/>
              </a:ext>
            </a:extLst>
          </p:cNvPr>
          <p:cNvCxnSpPr/>
          <p:nvPr/>
        </p:nvCxnSpPr>
        <p:spPr>
          <a:xfrm>
            <a:off x="5024846" y="6357154"/>
            <a:ext cx="0" cy="2547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18B0E77-9134-C1AB-53E1-157874B5BEFB}"/>
              </a:ext>
            </a:extLst>
          </p:cNvPr>
          <p:cNvCxnSpPr/>
          <p:nvPr/>
        </p:nvCxnSpPr>
        <p:spPr>
          <a:xfrm>
            <a:off x="6496594" y="6357154"/>
            <a:ext cx="0" cy="2547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B222D44-3B20-93F8-202C-F69AEDBC77B4}"/>
              </a:ext>
            </a:extLst>
          </p:cNvPr>
          <p:cNvCxnSpPr/>
          <p:nvPr/>
        </p:nvCxnSpPr>
        <p:spPr>
          <a:xfrm>
            <a:off x="7672251" y="6357154"/>
            <a:ext cx="0" cy="2547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8639D085-3331-7CEE-DFD4-100EF8826ECB}"/>
              </a:ext>
            </a:extLst>
          </p:cNvPr>
          <p:cNvCxnSpPr/>
          <p:nvPr/>
        </p:nvCxnSpPr>
        <p:spPr>
          <a:xfrm>
            <a:off x="8934993" y="6357154"/>
            <a:ext cx="0" cy="2547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C6C4A3A-38FE-40BE-2D3C-EE83F518CBD0}"/>
              </a:ext>
            </a:extLst>
          </p:cNvPr>
          <p:cNvCxnSpPr/>
          <p:nvPr/>
        </p:nvCxnSpPr>
        <p:spPr>
          <a:xfrm>
            <a:off x="10458993" y="6357154"/>
            <a:ext cx="0" cy="2547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9E9123C-F844-9E5D-A741-09C0C7EAAB8A}"/>
              </a:ext>
            </a:extLst>
          </p:cNvPr>
          <p:cNvSpPr txBox="1"/>
          <p:nvPr/>
        </p:nvSpPr>
        <p:spPr>
          <a:xfrm>
            <a:off x="449877" y="6237107"/>
            <a:ext cx="7681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1</a:t>
            </a:r>
            <a:r>
              <a:rPr lang="ko-KR" altLang="en-US" sz="1000" dirty="0"/>
              <a:t>슬라이드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BB3872-7AF0-0E16-22A7-D24E9CF6BA44}"/>
              </a:ext>
            </a:extLst>
          </p:cNvPr>
          <p:cNvSpPr txBox="1"/>
          <p:nvPr/>
        </p:nvSpPr>
        <p:spPr>
          <a:xfrm>
            <a:off x="1819189" y="6239488"/>
            <a:ext cx="7681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2</a:t>
            </a:r>
            <a:r>
              <a:rPr lang="ko-KR" altLang="en-US" sz="1000" dirty="0"/>
              <a:t>슬라이드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226793-3095-32AD-EB43-50AED070D517}"/>
              </a:ext>
            </a:extLst>
          </p:cNvPr>
          <p:cNvSpPr txBox="1"/>
          <p:nvPr/>
        </p:nvSpPr>
        <p:spPr>
          <a:xfrm>
            <a:off x="3730721" y="6239488"/>
            <a:ext cx="7681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3</a:t>
            </a:r>
            <a:r>
              <a:rPr lang="ko-KR" altLang="en-US" sz="1000" dirty="0"/>
              <a:t>슬라이드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5E6DFC-0173-9B12-AEE6-E7E6B410C3E7}"/>
              </a:ext>
            </a:extLst>
          </p:cNvPr>
          <p:cNvSpPr txBox="1"/>
          <p:nvPr/>
        </p:nvSpPr>
        <p:spPr>
          <a:xfrm>
            <a:off x="5394057" y="6239488"/>
            <a:ext cx="7681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4</a:t>
            </a:r>
            <a:r>
              <a:rPr lang="ko-KR" altLang="en-US" sz="1000" dirty="0"/>
              <a:t>슬라이드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A27BE3-5DF0-7C83-5615-D87A3D5B236A}"/>
              </a:ext>
            </a:extLst>
          </p:cNvPr>
          <p:cNvSpPr txBox="1"/>
          <p:nvPr/>
        </p:nvSpPr>
        <p:spPr>
          <a:xfrm>
            <a:off x="6656801" y="6239488"/>
            <a:ext cx="7681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5</a:t>
            </a:r>
            <a:r>
              <a:rPr lang="ko-KR" altLang="en-US" sz="1000" dirty="0"/>
              <a:t>슬라이드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0393B9-9E44-EBC1-7DC8-7465A1B2C130}"/>
              </a:ext>
            </a:extLst>
          </p:cNvPr>
          <p:cNvSpPr txBox="1"/>
          <p:nvPr/>
        </p:nvSpPr>
        <p:spPr>
          <a:xfrm>
            <a:off x="7832457" y="6239488"/>
            <a:ext cx="7681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6</a:t>
            </a:r>
            <a:r>
              <a:rPr lang="ko-KR" altLang="en-US" sz="1000" dirty="0"/>
              <a:t>슬라이드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FC5B6A-9009-A009-3DE4-C69BB1A11DE7}"/>
              </a:ext>
            </a:extLst>
          </p:cNvPr>
          <p:cNvSpPr txBox="1"/>
          <p:nvPr/>
        </p:nvSpPr>
        <p:spPr>
          <a:xfrm>
            <a:off x="9356456" y="6239488"/>
            <a:ext cx="7681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7</a:t>
            </a:r>
            <a:r>
              <a:rPr lang="ko-KR" altLang="en-US" sz="1000" dirty="0"/>
              <a:t>슬라이드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BEE06C-5954-B84C-EE2C-15EA5831B3C9}"/>
              </a:ext>
            </a:extLst>
          </p:cNvPr>
          <p:cNvSpPr txBox="1"/>
          <p:nvPr/>
        </p:nvSpPr>
        <p:spPr>
          <a:xfrm>
            <a:off x="10649601" y="6239488"/>
            <a:ext cx="7681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8</a:t>
            </a:r>
            <a:r>
              <a:rPr lang="ko-KR" altLang="en-US" sz="1000" dirty="0"/>
              <a:t>슬라이드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292C9C63-7104-733A-28B7-25567C683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040" y="2286000"/>
            <a:ext cx="6148554" cy="3396344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0DF0663F-545E-C62B-5D0C-0D9FC3B09D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389" y="548593"/>
            <a:ext cx="1306152" cy="113216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DAD89E2-47D9-4C89-6549-B88ECB2C044A}"/>
              </a:ext>
            </a:extLst>
          </p:cNvPr>
          <p:cNvSpPr txBox="1"/>
          <p:nvPr/>
        </p:nvSpPr>
        <p:spPr>
          <a:xfrm>
            <a:off x="600891" y="191589"/>
            <a:ext cx="3547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추출된 이미지 </a:t>
            </a:r>
            <a:r>
              <a:rPr lang="en-US" altLang="ko-KR" dirty="0"/>
              <a:t>3d</a:t>
            </a:r>
            <a:r>
              <a:rPr lang="ko-KR" altLang="en-US" dirty="0"/>
              <a:t>화 하려면 클릭</a:t>
            </a: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0925A866-2DD0-82FA-91D1-5102020305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3268" y="548593"/>
            <a:ext cx="1306152" cy="1132162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255BBAC0-A277-51E0-5C64-EB184CAAB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0147" y="548593"/>
            <a:ext cx="1306152" cy="113216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0562335A-B659-F531-04F1-EB32B23E1923}"/>
              </a:ext>
            </a:extLst>
          </p:cNvPr>
          <p:cNvSpPr txBox="1"/>
          <p:nvPr/>
        </p:nvSpPr>
        <p:spPr>
          <a:xfrm>
            <a:off x="936049" y="1680754"/>
            <a:ext cx="6884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그림</a:t>
            </a:r>
            <a:r>
              <a:rPr lang="en-US" altLang="ko-KR" sz="800" dirty="0"/>
              <a:t>1</a:t>
            </a:r>
            <a:endParaRPr lang="ko-KR" altLang="en-US" sz="8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289DEF-D33A-AC6B-87F7-5A7C7AE69D3F}"/>
              </a:ext>
            </a:extLst>
          </p:cNvPr>
          <p:cNvSpPr txBox="1"/>
          <p:nvPr/>
        </p:nvSpPr>
        <p:spPr>
          <a:xfrm>
            <a:off x="2631061" y="1680754"/>
            <a:ext cx="6884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그림</a:t>
            </a:r>
            <a:r>
              <a:rPr lang="en-US" altLang="ko-KR" sz="800" dirty="0"/>
              <a:t>2</a:t>
            </a:r>
            <a:endParaRPr lang="ko-KR" altLang="en-US" sz="8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487DF51-7220-81CF-6E1B-D526AFE2ADC1}"/>
              </a:ext>
            </a:extLst>
          </p:cNvPr>
          <p:cNvSpPr txBox="1"/>
          <p:nvPr/>
        </p:nvSpPr>
        <p:spPr>
          <a:xfrm>
            <a:off x="4418279" y="1680754"/>
            <a:ext cx="6884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그림</a:t>
            </a:r>
            <a:r>
              <a:rPr lang="en-US" altLang="ko-KR" sz="800" dirty="0"/>
              <a:t>3</a:t>
            </a:r>
            <a:endParaRPr lang="ko-KR" altLang="en-US" sz="800" dirty="0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096AA49D-4C5E-8062-F91C-DAC89AD96C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977" y="1886731"/>
            <a:ext cx="6230993" cy="73345"/>
          </a:xfrm>
          <a:prstGeom prst="rect">
            <a:avLst/>
          </a:prstGeom>
        </p:spPr>
      </p:pic>
      <p:sp>
        <p:nvSpPr>
          <p:cNvPr id="44" name="직사각형 43">
            <a:extLst>
              <a:ext uri="{FF2B5EF4-FFF2-40B4-BE49-F238E27FC236}">
                <a16:creationId xmlns:a16="http://schemas.microsoft.com/office/drawing/2014/main" id="{0074D3DE-EF95-E9E2-D1E9-5A0B9895C82C}"/>
              </a:ext>
            </a:extLst>
          </p:cNvPr>
          <p:cNvSpPr/>
          <p:nvPr/>
        </p:nvSpPr>
        <p:spPr>
          <a:xfrm>
            <a:off x="203977" y="191589"/>
            <a:ext cx="6292617" cy="18375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580E725-E127-F174-5CF0-64BB4EC74E0C}"/>
              </a:ext>
            </a:extLst>
          </p:cNvPr>
          <p:cNvSpPr/>
          <p:nvPr/>
        </p:nvSpPr>
        <p:spPr>
          <a:xfrm>
            <a:off x="203977" y="2286000"/>
            <a:ext cx="6292617" cy="35139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4E55D08-385A-0E8C-2753-6E776C8FED2E}"/>
              </a:ext>
            </a:extLst>
          </p:cNvPr>
          <p:cNvSpPr/>
          <p:nvPr/>
        </p:nvSpPr>
        <p:spPr>
          <a:xfrm>
            <a:off x="6836229" y="191589"/>
            <a:ext cx="4841965" cy="18375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해당 페이지 대사 스크립트 전문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가능하면 여기 대사를 블록 단위로 클릭할 수 있게 하여 클릭하면 아래 타임라인이랑 연동되게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7" name="실행 단추: 앞으로 또는 다음으로 이동 4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761A0A0A-8AF7-A355-3610-7799354834CF}"/>
              </a:ext>
            </a:extLst>
          </p:cNvPr>
          <p:cNvSpPr/>
          <p:nvPr/>
        </p:nvSpPr>
        <p:spPr>
          <a:xfrm>
            <a:off x="112718" y="6505744"/>
            <a:ext cx="201279" cy="212271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24F026CA-A3E3-7208-E714-39DC80E6B2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03" y="6110696"/>
            <a:ext cx="238125" cy="266700"/>
          </a:xfrm>
          <a:prstGeom prst="rect">
            <a:avLst/>
          </a:prstGeom>
        </p:spPr>
      </p:pic>
      <p:sp>
        <p:nvSpPr>
          <p:cNvPr id="50" name="직사각형 49">
            <a:extLst>
              <a:ext uri="{FF2B5EF4-FFF2-40B4-BE49-F238E27FC236}">
                <a16:creationId xmlns:a16="http://schemas.microsoft.com/office/drawing/2014/main" id="{4107AD0D-77E5-EFBF-61FF-4135B64A091F}"/>
              </a:ext>
            </a:extLst>
          </p:cNvPr>
          <p:cNvSpPr/>
          <p:nvPr/>
        </p:nvSpPr>
        <p:spPr>
          <a:xfrm>
            <a:off x="6836229" y="2286000"/>
            <a:ext cx="4859382" cy="35139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해당 페이지 </a:t>
            </a:r>
            <a:r>
              <a:rPr lang="ko-KR" altLang="en-US" dirty="0" err="1">
                <a:solidFill>
                  <a:schemeClr val="tx1"/>
                </a:solidFill>
              </a:rPr>
              <a:t>정보랑</a:t>
            </a:r>
            <a:r>
              <a:rPr lang="ko-KR" altLang="en-US" dirty="0">
                <a:solidFill>
                  <a:schemeClr val="tx1"/>
                </a:solidFill>
              </a:rPr>
              <a:t> 대사스크립트 조합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Gemma 2.5b</a:t>
            </a:r>
            <a:r>
              <a:rPr lang="ko-KR" altLang="en-US" dirty="0">
                <a:solidFill>
                  <a:schemeClr val="tx1"/>
                </a:solidFill>
              </a:rPr>
              <a:t>에 넣어 나온 결과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스크롤 할 수 있게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937F63E-7031-46F8-C6F6-453FFB7304D2}"/>
              </a:ext>
            </a:extLst>
          </p:cNvPr>
          <p:cNvSpPr txBox="1"/>
          <p:nvPr/>
        </p:nvSpPr>
        <p:spPr>
          <a:xfrm>
            <a:off x="5602714" y="1680754"/>
            <a:ext cx="6884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그림</a:t>
            </a:r>
            <a:r>
              <a:rPr lang="en-US" altLang="ko-KR" sz="800" dirty="0"/>
              <a:t>4…</a:t>
            </a:r>
            <a:endParaRPr lang="ko-KR" altLang="en-US" sz="800" dirty="0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06CDAEA9-B668-C502-CCC3-203F0FB0E84B}"/>
              </a:ext>
            </a:extLst>
          </p:cNvPr>
          <p:cNvSpPr/>
          <p:nvPr/>
        </p:nvSpPr>
        <p:spPr>
          <a:xfrm>
            <a:off x="6900921" y="240419"/>
            <a:ext cx="279918" cy="2716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8FD41E73-2087-33D5-9F04-0D959E3806EA}"/>
              </a:ext>
            </a:extLst>
          </p:cNvPr>
          <p:cNvSpPr/>
          <p:nvPr/>
        </p:nvSpPr>
        <p:spPr>
          <a:xfrm>
            <a:off x="257661" y="237609"/>
            <a:ext cx="272824" cy="2100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9EC9DCFD-CE12-B342-6251-218D77EBC134}"/>
              </a:ext>
            </a:extLst>
          </p:cNvPr>
          <p:cNvSpPr/>
          <p:nvPr/>
        </p:nvSpPr>
        <p:spPr>
          <a:xfrm>
            <a:off x="6900921" y="2318812"/>
            <a:ext cx="279918" cy="2239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B0B74AE8-753A-CB64-3D2F-2C286B8C4CB6}"/>
              </a:ext>
            </a:extLst>
          </p:cNvPr>
          <p:cNvSpPr/>
          <p:nvPr/>
        </p:nvSpPr>
        <p:spPr>
          <a:xfrm>
            <a:off x="2715208" y="6399609"/>
            <a:ext cx="206516" cy="1698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73DB3B1F-E335-BD61-2E2D-9A46E792C69D}"/>
              </a:ext>
            </a:extLst>
          </p:cNvPr>
          <p:cNvSpPr/>
          <p:nvPr/>
        </p:nvSpPr>
        <p:spPr>
          <a:xfrm>
            <a:off x="257661" y="2318812"/>
            <a:ext cx="238728" cy="2239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D3A935E9-4374-ABED-16D0-83DA44E1DBE7}"/>
              </a:ext>
            </a:extLst>
          </p:cNvPr>
          <p:cNvSpPr/>
          <p:nvPr/>
        </p:nvSpPr>
        <p:spPr>
          <a:xfrm>
            <a:off x="0" y="6027576"/>
            <a:ext cx="11924522" cy="7557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0B21D8D7-7E49-24FC-CB00-4C39AD8FFB31}"/>
              </a:ext>
            </a:extLst>
          </p:cNvPr>
          <p:cNvSpPr/>
          <p:nvPr/>
        </p:nvSpPr>
        <p:spPr>
          <a:xfrm>
            <a:off x="0" y="5832721"/>
            <a:ext cx="267478" cy="2240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6D720AA-83BC-387C-7C72-31189E5A27D4}"/>
              </a:ext>
            </a:extLst>
          </p:cNvPr>
          <p:cNvSpPr/>
          <p:nvPr/>
        </p:nvSpPr>
        <p:spPr>
          <a:xfrm>
            <a:off x="-12927" y="480437"/>
            <a:ext cx="541175" cy="3918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1853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E8DD11-B754-845F-7A41-2352576ED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 기능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49CE27-1960-7BEF-20F0-600781C61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90299"/>
            <a:ext cx="10515600" cy="2686663"/>
          </a:xfrm>
        </p:spPr>
        <p:txBody>
          <a:bodyPr/>
          <a:lstStyle/>
          <a:p>
            <a:r>
              <a:rPr lang="ko-KR" altLang="en-US" dirty="0"/>
              <a:t>그림 그대로 </a:t>
            </a:r>
            <a:r>
              <a:rPr lang="en-US" altLang="ko-KR" dirty="0"/>
              <a:t>ppt</a:t>
            </a:r>
            <a:r>
              <a:rPr lang="ko-KR" altLang="en-US" dirty="0"/>
              <a:t>화면에서 </a:t>
            </a:r>
            <a:r>
              <a:rPr lang="ko-KR" altLang="en-US" dirty="0" err="1"/>
              <a:t>해림님의</a:t>
            </a:r>
            <a:r>
              <a:rPr lang="ko-KR" altLang="en-US" dirty="0"/>
              <a:t> 그림 판별 모델을 이용하여 </a:t>
            </a:r>
            <a:r>
              <a:rPr lang="en-US" altLang="ko-KR" dirty="0"/>
              <a:t>3d</a:t>
            </a:r>
            <a:r>
              <a:rPr lang="ko-KR" altLang="en-US" dirty="0"/>
              <a:t>화가 가능한 이미지만 추출하여 가로로 스크롤 가능하게 만들어 클릭하면 팝업형식이나</a:t>
            </a:r>
            <a:r>
              <a:rPr lang="en-US" altLang="ko-KR" dirty="0"/>
              <a:t>, </a:t>
            </a:r>
            <a:r>
              <a:rPr lang="ko-KR" altLang="en-US" dirty="0"/>
              <a:t>새 링크에 만들어진 </a:t>
            </a:r>
            <a:r>
              <a:rPr lang="en-US" altLang="ko-KR" dirty="0"/>
              <a:t>3d</a:t>
            </a:r>
            <a:r>
              <a:rPr lang="ko-KR" altLang="en-US" dirty="0"/>
              <a:t>화 모델을 보여준다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A617100-5BBB-D47A-654C-CCFD403E94B9}"/>
              </a:ext>
            </a:extLst>
          </p:cNvPr>
          <p:cNvSpPr/>
          <p:nvPr/>
        </p:nvSpPr>
        <p:spPr>
          <a:xfrm>
            <a:off x="229669" y="1027906"/>
            <a:ext cx="272824" cy="2100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54CE92F-72F1-3735-63B0-B518FDDEBCB4}"/>
              </a:ext>
            </a:extLst>
          </p:cNvPr>
          <p:cNvGrpSpPr/>
          <p:nvPr/>
        </p:nvGrpSpPr>
        <p:grpSpPr>
          <a:xfrm>
            <a:off x="5737031" y="26671"/>
            <a:ext cx="6292617" cy="1837508"/>
            <a:chOff x="5737031" y="26671"/>
            <a:chExt cx="6292617" cy="183750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62723B4-8E01-42C0-0659-435E74CB33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29443" y="383675"/>
              <a:ext cx="1306152" cy="113216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BFB683A-6B4E-0484-25B3-D55242D555E0}"/>
                </a:ext>
              </a:extLst>
            </p:cNvPr>
            <p:cNvSpPr txBox="1"/>
            <p:nvPr/>
          </p:nvSpPr>
          <p:spPr>
            <a:xfrm>
              <a:off x="6133945" y="26671"/>
              <a:ext cx="35477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추출된 이미지 </a:t>
              </a:r>
              <a:r>
                <a:rPr lang="en-US" altLang="ko-KR" dirty="0"/>
                <a:t>3d</a:t>
              </a:r>
              <a:r>
                <a:rPr lang="ko-KR" altLang="en-US" dirty="0"/>
                <a:t>화 하려면 클릭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09F3575-59C3-1631-0BCB-5DF461112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36322" y="383675"/>
              <a:ext cx="1306152" cy="1132162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A34D1C7-0D97-6A4A-56DD-F1C665E4FF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43201" y="383675"/>
              <a:ext cx="1306152" cy="113216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BC41FF3-E70F-2AC3-199C-D52F85AFF3BF}"/>
                </a:ext>
              </a:extLst>
            </p:cNvPr>
            <p:cNvSpPr txBox="1"/>
            <p:nvPr/>
          </p:nvSpPr>
          <p:spPr>
            <a:xfrm>
              <a:off x="6469103" y="1515836"/>
              <a:ext cx="6884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그림</a:t>
              </a:r>
              <a:r>
                <a:rPr lang="en-US" altLang="ko-KR" sz="800" dirty="0"/>
                <a:t>1</a:t>
              </a:r>
              <a:endParaRPr lang="ko-KR" altLang="en-US" sz="8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062B49-BB5B-9255-A717-7B169B941934}"/>
                </a:ext>
              </a:extLst>
            </p:cNvPr>
            <p:cNvSpPr txBox="1"/>
            <p:nvPr/>
          </p:nvSpPr>
          <p:spPr>
            <a:xfrm>
              <a:off x="8164115" y="1515836"/>
              <a:ext cx="6884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그림</a:t>
              </a:r>
              <a:r>
                <a:rPr lang="en-US" altLang="ko-KR" sz="800" dirty="0"/>
                <a:t>2</a:t>
              </a:r>
              <a:endParaRPr lang="ko-KR" altLang="en-US" sz="8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1584D02-351B-8AFB-4BCA-DF01CF832006}"/>
                </a:ext>
              </a:extLst>
            </p:cNvPr>
            <p:cNvSpPr txBox="1"/>
            <p:nvPr/>
          </p:nvSpPr>
          <p:spPr>
            <a:xfrm>
              <a:off x="9951333" y="1515836"/>
              <a:ext cx="6884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그림</a:t>
              </a:r>
              <a:r>
                <a:rPr lang="en-US" altLang="ko-KR" sz="800" dirty="0"/>
                <a:t>3</a:t>
              </a:r>
              <a:endParaRPr lang="ko-KR" altLang="en-US" sz="800" dirty="0"/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763FFCBD-4447-882C-F349-64C60435A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37031" y="1721813"/>
              <a:ext cx="6230993" cy="73345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D67A48A-409B-B37B-88DE-11D59D742D90}"/>
                </a:ext>
              </a:extLst>
            </p:cNvPr>
            <p:cNvSpPr/>
            <p:nvPr/>
          </p:nvSpPr>
          <p:spPr>
            <a:xfrm>
              <a:off x="5737031" y="26671"/>
              <a:ext cx="6292617" cy="18375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470E8EF-220D-66C5-4494-681107D9C4A2}"/>
                </a:ext>
              </a:extLst>
            </p:cNvPr>
            <p:cNvSpPr txBox="1"/>
            <p:nvPr/>
          </p:nvSpPr>
          <p:spPr>
            <a:xfrm>
              <a:off x="11135768" y="1515836"/>
              <a:ext cx="6884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그림</a:t>
              </a:r>
              <a:r>
                <a:rPr lang="en-US" altLang="ko-KR" sz="800" dirty="0"/>
                <a:t>4…</a:t>
              </a:r>
              <a:endParaRPr lang="ko-KR" altLang="en-US" sz="800" dirty="0"/>
            </a:p>
          </p:txBody>
        </p:sp>
      </p:grp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8C9A6FE4-FD42-4E9B-8160-0D023B3C4F40}"/>
              </a:ext>
            </a:extLst>
          </p:cNvPr>
          <p:cNvSpPr/>
          <p:nvPr/>
        </p:nvSpPr>
        <p:spPr>
          <a:xfrm rot="10800000">
            <a:off x="6628948" y="1609793"/>
            <a:ext cx="866492" cy="93306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4DB4F24-0B3F-7054-42C4-74DF907E1EAD}"/>
              </a:ext>
            </a:extLst>
          </p:cNvPr>
          <p:cNvSpPr/>
          <p:nvPr/>
        </p:nvSpPr>
        <p:spPr>
          <a:xfrm>
            <a:off x="5896948" y="2678725"/>
            <a:ext cx="6071076" cy="4397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그림</a:t>
            </a:r>
            <a:r>
              <a:rPr lang="en-US" altLang="ko-KR" dirty="0"/>
              <a:t>1 </a:t>
            </a:r>
            <a:r>
              <a:rPr lang="ko-KR" altLang="en-US" dirty="0" err="1"/>
              <a:t>클릭시</a:t>
            </a:r>
            <a:r>
              <a:rPr lang="ko-KR" altLang="en-US" dirty="0"/>
              <a:t> 새 창이 나오면서 완성된 </a:t>
            </a:r>
            <a:r>
              <a:rPr lang="en-US" altLang="ko-KR" dirty="0"/>
              <a:t>3d </a:t>
            </a:r>
            <a:r>
              <a:rPr lang="ko-KR" altLang="en-US" dirty="0"/>
              <a:t>그림 보여줌</a:t>
            </a:r>
          </a:p>
        </p:txBody>
      </p:sp>
    </p:spTree>
    <p:extLst>
      <p:ext uri="{BB962C8B-B14F-4D97-AF65-F5344CB8AC3E}">
        <p14:creationId xmlns:p14="http://schemas.microsoft.com/office/powerpoint/2010/main" val="3365225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CF081-E911-A67A-4FDB-E963F6856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C76DF2-A2AD-F5A9-31EA-880511763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 기능 설명 </a:t>
            </a:r>
            <a:r>
              <a:rPr lang="en-US" altLang="ko-KR" dirty="0"/>
              <a:t>– </a:t>
            </a:r>
            <a:r>
              <a:rPr lang="ko-KR" altLang="en-US" dirty="0"/>
              <a:t>대사 스크립트 전문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792152-5EAA-BFA8-22B6-F97F3128C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879"/>
            <a:ext cx="10515600" cy="1128353"/>
          </a:xfrm>
        </p:spPr>
        <p:txBody>
          <a:bodyPr>
            <a:normAutofit fontScale="62500" lnSpcReduction="20000"/>
          </a:bodyPr>
          <a:lstStyle/>
          <a:p>
            <a:r>
              <a:rPr lang="ko-KR" altLang="en-US" dirty="0"/>
              <a:t>텍스트를 </a:t>
            </a:r>
            <a:r>
              <a:rPr lang="ko-KR" altLang="en-US" dirty="0" err="1"/>
              <a:t>넣을때</a:t>
            </a:r>
            <a:r>
              <a:rPr lang="ko-KR" altLang="en-US" dirty="0"/>
              <a:t> 버튼 형식으로 넣어 클릭하면 </a:t>
            </a:r>
            <a:r>
              <a:rPr lang="en-US" altLang="ko-KR" dirty="0"/>
              <a:t>5</a:t>
            </a:r>
            <a:r>
              <a:rPr lang="ko-KR" altLang="en-US" dirty="0"/>
              <a:t>번 기능에서 재생바가 해당 하는 시간으로 변경하여 재생할 수 있게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오른쪽 느낌의 데이터셋을 기준으로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내용이 길면 이것도 위아래로 스크롤이 </a:t>
            </a:r>
            <a:r>
              <a:rPr lang="ko-KR" altLang="en-US" dirty="0" err="1"/>
              <a:t>가능해야한다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37CBE76-44DC-3EE1-BBAE-423A8B9446A5}"/>
              </a:ext>
            </a:extLst>
          </p:cNvPr>
          <p:cNvSpPr/>
          <p:nvPr/>
        </p:nvSpPr>
        <p:spPr>
          <a:xfrm>
            <a:off x="229669" y="1027906"/>
            <a:ext cx="272824" cy="2100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CE91DFC-3900-F543-9894-5EBD2A30EC31}"/>
              </a:ext>
            </a:extLst>
          </p:cNvPr>
          <p:cNvSpPr/>
          <p:nvPr/>
        </p:nvSpPr>
        <p:spPr>
          <a:xfrm>
            <a:off x="1371600" y="2733870"/>
            <a:ext cx="8416212" cy="36109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EA0EBBC-2BB5-3ABE-2D62-0CE8308ACF5D}"/>
              </a:ext>
            </a:extLst>
          </p:cNvPr>
          <p:cNvSpPr/>
          <p:nvPr/>
        </p:nvSpPr>
        <p:spPr>
          <a:xfrm>
            <a:off x="1464906" y="2901820"/>
            <a:ext cx="939282" cy="3005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시간대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3C363D1-E487-7A8D-1371-D8B2ACAD174F}"/>
              </a:ext>
            </a:extLst>
          </p:cNvPr>
          <p:cNvSpPr/>
          <p:nvPr/>
        </p:nvSpPr>
        <p:spPr>
          <a:xfrm>
            <a:off x="2693251" y="2901820"/>
            <a:ext cx="6684014" cy="3005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대사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55A47A3-6724-FE1B-7920-7D3875F3F282}"/>
              </a:ext>
            </a:extLst>
          </p:cNvPr>
          <p:cNvSpPr/>
          <p:nvPr/>
        </p:nvSpPr>
        <p:spPr>
          <a:xfrm>
            <a:off x="1464906" y="3340359"/>
            <a:ext cx="939282" cy="3005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58E9DBA-AA3F-E07F-3D60-6C54DE66A3C9}"/>
              </a:ext>
            </a:extLst>
          </p:cNvPr>
          <p:cNvSpPr/>
          <p:nvPr/>
        </p:nvSpPr>
        <p:spPr>
          <a:xfrm>
            <a:off x="2693250" y="3340359"/>
            <a:ext cx="6684014" cy="3005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꼼꼼한 딥러닝 논문 리뷰와 코드 실습</a:t>
            </a:r>
            <a:r>
              <a:rPr lang="en-US" altLang="ko-KR" dirty="0"/>
              <a:t>. </a:t>
            </a:r>
            <a:r>
              <a:rPr lang="ko-KR" altLang="en-US" dirty="0"/>
              <a:t>이번 시간에</a:t>
            </a:r>
            <a:r>
              <a:rPr lang="en-US" altLang="ko-KR" dirty="0"/>
              <a:t>..</a:t>
            </a:r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F253BDA-B601-C155-6344-7A7462898082}"/>
              </a:ext>
            </a:extLst>
          </p:cNvPr>
          <p:cNvSpPr/>
          <p:nvPr/>
        </p:nvSpPr>
        <p:spPr>
          <a:xfrm>
            <a:off x="1464906" y="3808894"/>
            <a:ext cx="939282" cy="3005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2.92</a:t>
            </a:r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643D65A-3189-E78C-7D6F-6AC0997DDFEC}"/>
              </a:ext>
            </a:extLst>
          </p:cNvPr>
          <p:cNvSpPr/>
          <p:nvPr/>
        </p:nvSpPr>
        <p:spPr>
          <a:xfrm>
            <a:off x="2693250" y="3808894"/>
            <a:ext cx="6684014" cy="3005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꼼꼼한 딥러닝 논문 리뷰와 코드 실습</a:t>
            </a:r>
            <a:r>
              <a:rPr lang="en-US" altLang="ko-KR" dirty="0"/>
              <a:t>. </a:t>
            </a:r>
            <a:r>
              <a:rPr lang="ko-KR" altLang="en-US" dirty="0"/>
              <a:t>이번 시간에</a:t>
            </a:r>
            <a:r>
              <a:rPr lang="en-US" altLang="ko-KR" dirty="0"/>
              <a:t>..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4259C6F-FDD4-8563-7F93-F4E6C90F3679}"/>
              </a:ext>
            </a:extLst>
          </p:cNvPr>
          <p:cNvSpPr/>
          <p:nvPr/>
        </p:nvSpPr>
        <p:spPr>
          <a:xfrm>
            <a:off x="1464906" y="4307735"/>
            <a:ext cx="939282" cy="3005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4.6</a:t>
            </a:r>
            <a:endParaRPr lang="ko-KR" altLang="en-US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45F1249-9C96-2CA9-D8B4-0128940422DB}"/>
              </a:ext>
            </a:extLst>
          </p:cNvPr>
          <p:cNvSpPr/>
          <p:nvPr/>
        </p:nvSpPr>
        <p:spPr>
          <a:xfrm>
            <a:off x="2693250" y="4307735"/>
            <a:ext cx="6684014" cy="3005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꼼꼼한 딥러닝 논문 리뷰와 코드 실습</a:t>
            </a:r>
            <a:r>
              <a:rPr lang="en-US" altLang="ko-KR" dirty="0"/>
              <a:t>. </a:t>
            </a:r>
            <a:r>
              <a:rPr lang="ko-KR" altLang="en-US" dirty="0"/>
              <a:t>이번 시간에</a:t>
            </a:r>
            <a:r>
              <a:rPr lang="en-US" altLang="ko-KR" dirty="0"/>
              <a:t>..</a:t>
            </a:r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0C24B86-2B5A-236F-7407-D828B42D6005}"/>
              </a:ext>
            </a:extLst>
          </p:cNvPr>
          <p:cNvSpPr/>
          <p:nvPr/>
        </p:nvSpPr>
        <p:spPr>
          <a:xfrm>
            <a:off x="1464906" y="4768443"/>
            <a:ext cx="939282" cy="3005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7.32</a:t>
            </a:r>
            <a:endParaRPr lang="ko-KR" altLang="en-US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01E8A83-C8A3-360B-D437-0B7FEEAD1FDE}"/>
              </a:ext>
            </a:extLst>
          </p:cNvPr>
          <p:cNvSpPr/>
          <p:nvPr/>
        </p:nvSpPr>
        <p:spPr>
          <a:xfrm>
            <a:off x="2693250" y="4768443"/>
            <a:ext cx="6684014" cy="3005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꼼꼼한 딥러닝 논문 리뷰와 코드 실습</a:t>
            </a:r>
            <a:r>
              <a:rPr lang="en-US" altLang="ko-KR" dirty="0"/>
              <a:t>. </a:t>
            </a:r>
            <a:r>
              <a:rPr lang="ko-KR" altLang="en-US" dirty="0"/>
              <a:t>이번 시간에</a:t>
            </a:r>
            <a:r>
              <a:rPr lang="en-US" altLang="ko-KR" dirty="0"/>
              <a:t>..</a:t>
            </a:r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F538A92-D555-37F4-D915-966122A1CB7E}"/>
              </a:ext>
            </a:extLst>
          </p:cNvPr>
          <p:cNvSpPr/>
          <p:nvPr/>
        </p:nvSpPr>
        <p:spPr>
          <a:xfrm>
            <a:off x="1464906" y="5256045"/>
            <a:ext cx="939282" cy="3005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9.22</a:t>
            </a:r>
            <a:endParaRPr lang="ko-KR" altLang="en-US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DACFB76-7A4A-D214-DE94-DDDB4C4C7EA6}"/>
              </a:ext>
            </a:extLst>
          </p:cNvPr>
          <p:cNvSpPr/>
          <p:nvPr/>
        </p:nvSpPr>
        <p:spPr>
          <a:xfrm>
            <a:off x="2693250" y="5256045"/>
            <a:ext cx="6684014" cy="3005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꼼꼼한 딥러닝 논문 리뷰와 코드 실습</a:t>
            </a:r>
            <a:r>
              <a:rPr lang="en-US" altLang="ko-KR" dirty="0"/>
              <a:t>. </a:t>
            </a:r>
            <a:r>
              <a:rPr lang="ko-KR" altLang="en-US" dirty="0"/>
              <a:t>이번 시간에</a:t>
            </a:r>
            <a:r>
              <a:rPr lang="en-US" altLang="ko-KR" dirty="0"/>
              <a:t>..</a:t>
            </a:r>
            <a:endParaRPr lang="ko-KR" altLang="en-US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9AA8A9B-42A6-2B43-D6C2-4905BA1B24CD}"/>
              </a:ext>
            </a:extLst>
          </p:cNvPr>
          <p:cNvSpPr/>
          <p:nvPr/>
        </p:nvSpPr>
        <p:spPr>
          <a:xfrm>
            <a:off x="1464906" y="5745000"/>
            <a:ext cx="939282" cy="3005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10.42</a:t>
            </a:r>
            <a:endParaRPr lang="ko-KR" altLang="en-US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55D3533-F1D3-7D3C-8EF7-34942F776C68}"/>
              </a:ext>
            </a:extLst>
          </p:cNvPr>
          <p:cNvSpPr/>
          <p:nvPr/>
        </p:nvSpPr>
        <p:spPr>
          <a:xfrm>
            <a:off x="2693250" y="5745000"/>
            <a:ext cx="6684014" cy="3005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꼼꼼한 딥러닝 논문 리뷰와 코드 실습</a:t>
            </a:r>
            <a:r>
              <a:rPr lang="en-US" altLang="ko-KR" dirty="0"/>
              <a:t>. </a:t>
            </a:r>
            <a:r>
              <a:rPr lang="ko-KR" altLang="en-US" dirty="0"/>
              <a:t>이번 시간에</a:t>
            </a:r>
            <a:r>
              <a:rPr lang="en-US" altLang="ko-KR" dirty="0"/>
              <a:t>..</a:t>
            </a:r>
            <a:endParaRPr lang="ko-KR" altLang="en-US" dirty="0"/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11B035B1-B638-66EA-6DBA-A4C7FF6EA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6326" y="2509934"/>
            <a:ext cx="2513612" cy="429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565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9CD68-DD0A-2CAB-0940-B398DFFCE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C06ACA-9CD7-EBA4-D542-9999D4F0A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3</a:t>
            </a:r>
            <a:r>
              <a:rPr lang="ko-KR" altLang="en-US" sz="4000" dirty="0"/>
              <a:t>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199853-8B3A-482D-9258-BE2797C83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3405"/>
          </a:xfrm>
        </p:spPr>
        <p:txBody>
          <a:bodyPr>
            <a:normAutofit/>
          </a:bodyPr>
          <a:lstStyle/>
          <a:p>
            <a:r>
              <a:rPr lang="ko-KR" altLang="en-US" dirty="0"/>
              <a:t>그냥 단순하게 받은 </a:t>
            </a:r>
            <a:r>
              <a:rPr lang="en-US" altLang="ko-KR" dirty="0"/>
              <a:t>pdf</a:t>
            </a:r>
            <a:r>
              <a:rPr lang="ko-KR" altLang="en-US" dirty="0"/>
              <a:t>파일을 이미지로 전환한후에 해당 페이지에 맞게 보여준다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9F63DD26-7ADC-F3C0-B9F2-BFDC10BFF652}"/>
              </a:ext>
            </a:extLst>
          </p:cNvPr>
          <p:cNvSpPr/>
          <p:nvPr/>
        </p:nvSpPr>
        <p:spPr>
          <a:xfrm>
            <a:off x="294983" y="922898"/>
            <a:ext cx="272824" cy="2100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8120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1018C9-749B-D865-9F52-C534E49FC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4</a:t>
            </a:r>
            <a:r>
              <a:rPr lang="ko-KR" altLang="en-US" sz="4000" dirty="0"/>
              <a:t> 설명 아래와 같이 </a:t>
            </a:r>
            <a:r>
              <a:rPr lang="en-US" altLang="ko-KR" sz="4000" dirty="0" err="1"/>
              <a:t>llm</a:t>
            </a:r>
            <a:r>
              <a:rPr lang="ko-KR" altLang="en-US" sz="4000" dirty="0" err="1"/>
              <a:t>출력값</a:t>
            </a:r>
            <a:r>
              <a:rPr lang="ko-KR" altLang="en-US" sz="4000" dirty="0"/>
              <a:t> 넣음 </a:t>
            </a:r>
            <a:r>
              <a:rPr lang="en-US" altLang="ko-KR" sz="4000" dirty="0"/>
              <a:t>(</a:t>
            </a:r>
            <a:r>
              <a:rPr lang="ko-KR" altLang="en-US" sz="4000" dirty="0"/>
              <a:t>스크롤할 수 있게</a:t>
            </a:r>
            <a:r>
              <a:rPr lang="en-US" altLang="ko-KR" sz="4000" dirty="0"/>
              <a:t>)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E530DB-4161-60C6-6A64-9BA4769EB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3405"/>
          </a:xfrm>
        </p:spPr>
        <p:txBody>
          <a:bodyPr>
            <a:normAutofit fontScale="85000" lnSpcReduction="10000"/>
          </a:bodyPr>
          <a:lstStyle/>
          <a:p>
            <a:r>
              <a:rPr lang="ko-KR" altLang="en-US" dirty="0"/>
              <a:t>트랜스포머의 동작 방식은 입력 값을 여러 개의 인코더 레이어를 거쳐 처리한 후</a:t>
            </a:r>
            <a:r>
              <a:rPr lang="en-US" altLang="ko-KR" dirty="0"/>
              <a:t>, </a:t>
            </a:r>
            <a:r>
              <a:rPr lang="ko-KR" altLang="en-US" dirty="0"/>
              <a:t>인코더의 최종 출력 값을 </a:t>
            </a:r>
            <a:r>
              <a:rPr lang="ko-KR" altLang="en-US" dirty="0" err="1"/>
              <a:t>디코더에</a:t>
            </a:r>
            <a:r>
              <a:rPr lang="ko-KR" altLang="en-US" dirty="0"/>
              <a:t> 전달하는 방식으로 이루어집니다</a:t>
            </a:r>
            <a:r>
              <a:rPr lang="en-US" altLang="ko-KR" dirty="0"/>
              <a:t>. </a:t>
            </a:r>
            <a:r>
              <a:rPr lang="ko-KR" altLang="en-US" dirty="0" err="1"/>
              <a:t>디코더는</a:t>
            </a:r>
            <a:r>
              <a:rPr lang="ko-KR" altLang="en-US" dirty="0"/>
              <a:t> 이 인코더의 출력 값을 활용하여</a:t>
            </a:r>
            <a:r>
              <a:rPr lang="en-US" altLang="ko-KR" dirty="0"/>
              <a:t>, </a:t>
            </a:r>
            <a:r>
              <a:rPr lang="ko-KR" altLang="en-US" dirty="0"/>
              <a:t>각 출력 단어를 생성할 때 입력 소스 문장의 어떤 단어에 집중해야 하는지를 결정합니다</a:t>
            </a:r>
            <a:r>
              <a:rPr lang="en-US" altLang="ko-KR" dirty="0"/>
              <a:t>. </a:t>
            </a:r>
            <a:r>
              <a:rPr lang="ko-KR" altLang="en-US" dirty="0" err="1"/>
              <a:t>디코더</a:t>
            </a:r>
            <a:r>
              <a:rPr lang="ko-KR" altLang="en-US" dirty="0"/>
              <a:t> 또한 여러 레이어로 구성되며</a:t>
            </a:r>
            <a:r>
              <a:rPr lang="en-US" altLang="ko-KR" dirty="0"/>
              <a:t>, </a:t>
            </a:r>
            <a:r>
              <a:rPr lang="ko-KR" altLang="en-US" dirty="0"/>
              <a:t>각 레이어는 인코더의 최종 출력 값을 입력으로 받아</a:t>
            </a:r>
            <a:r>
              <a:rPr lang="en-US" altLang="ko-KR" dirty="0"/>
              <a:t>, </a:t>
            </a:r>
            <a:r>
              <a:rPr lang="ko-KR" altLang="en-US" dirty="0"/>
              <a:t>단어 정보를 처리하고 상대적인 위치 정보를 인코딩 값을 추가하여 입력합니다</a:t>
            </a:r>
            <a:r>
              <a:rPr lang="en-US" altLang="ko-KR" dirty="0"/>
              <a:t>. </a:t>
            </a:r>
            <a:r>
              <a:rPr lang="ko-KR" altLang="en-US" dirty="0" err="1"/>
              <a:t>디코더</a:t>
            </a:r>
            <a:r>
              <a:rPr lang="ko-KR" altLang="en-US" dirty="0"/>
              <a:t> 레이어는 셀프 </a:t>
            </a:r>
            <a:r>
              <a:rPr lang="ko-KR" altLang="en-US" dirty="0" err="1"/>
              <a:t>어텐션을</a:t>
            </a:r>
            <a:r>
              <a:rPr lang="ko-KR" altLang="en-US" dirty="0"/>
              <a:t> 통해 문장 내 단어 간의 관계를 학습하고</a:t>
            </a:r>
            <a:r>
              <a:rPr lang="en-US" altLang="ko-KR" dirty="0"/>
              <a:t>, </a:t>
            </a:r>
            <a:r>
              <a:rPr lang="ko-KR" altLang="en-US" dirty="0"/>
              <a:t>인코더</a:t>
            </a:r>
            <a:r>
              <a:rPr lang="en-US" altLang="ko-KR" dirty="0"/>
              <a:t>-</a:t>
            </a:r>
            <a:r>
              <a:rPr lang="ko-KR" altLang="en-US" dirty="0" err="1"/>
              <a:t>디코더</a:t>
            </a:r>
            <a:r>
              <a:rPr lang="ko-KR" altLang="en-US" dirty="0"/>
              <a:t> </a:t>
            </a:r>
            <a:r>
              <a:rPr lang="ko-KR" altLang="en-US" dirty="0" err="1"/>
              <a:t>어텐션을</a:t>
            </a:r>
            <a:r>
              <a:rPr lang="ko-KR" altLang="en-US" dirty="0"/>
              <a:t> 통해 인코더의 출력 정보를 활용하여 소스 문장의 어떤 단어와 연관성이 있는지 계산합니다</a:t>
            </a:r>
            <a:r>
              <a:rPr lang="en-US" altLang="ko-KR" dirty="0"/>
              <a:t>. </a:t>
            </a:r>
            <a:r>
              <a:rPr lang="ko-KR" altLang="en-US" dirty="0"/>
              <a:t>이러한 </a:t>
            </a:r>
            <a:r>
              <a:rPr lang="ko-KR" altLang="en-US" dirty="0" err="1"/>
              <a:t>어텐션</a:t>
            </a:r>
            <a:r>
              <a:rPr lang="ko-KR" altLang="en-US" dirty="0"/>
              <a:t> 과정을 통해 인코더에서 나온 출력 결과를 효과적으로 활용하여 번역 결과를 생성하는 것입니다</a:t>
            </a:r>
            <a:r>
              <a:rPr lang="en-US" altLang="ko-KR" dirty="0"/>
              <a:t>. </a:t>
            </a:r>
            <a:r>
              <a:rPr lang="ko-KR" altLang="en-US" dirty="0"/>
              <a:t>특히</a:t>
            </a:r>
            <a:r>
              <a:rPr lang="en-US" altLang="ko-KR" dirty="0"/>
              <a:t>, </a:t>
            </a:r>
            <a:r>
              <a:rPr lang="ko-KR" altLang="en-US" dirty="0"/>
              <a:t>트랜스포머에서 사용되는 </a:t>
            </a:r>
            <a:r>
              <a:rPr lang="ko-KR" altLang="en-US" dirty="0" err="1"/>
              <a:t>어텐션은</a:t>
            </a:r>
            <a:r>
              <a:rPr lang="ko-KR" altLang="en-US" dirty="0"/>
              <a:t> 여러 개의 헤드를 가진 멀티헤드 </a:t>
            </a:r>
            <a:r>
              <a:rPr lang="ko-KR" altLang="en-US" dirty="0" err="1"/>
              <a:t>어텐션으로</a:t>
            </a:r>
            <a:r>
              <a:rPr lang="en-US" altLang="ko-KR" dirty="0"/>
              <a:t>, </a:t>
            </a:r>
            <a:r>
              <a:rPr lang="ko-KR" altLang="en-US" dirty="0"/>
              <a:t>각 헤드는 동일한 함수로 동작하지만 </a:t>
            </a:r>
            <a:r>
              <a:rPr lang="en-US" altLang="ko-KR" dirty="0"/>
              <a:t>Query, Key, Value</a:t>
            </a:r>
            <a:r>
              <a:rPr lang="ko-KR" altLang="en-US" dirty="0"/>
              <a:t>의 사용 방식이 위치에 따라 달라집니다</a:t>
            </a:r>
            <a:r>
              <a:rPr lang="en-US" altLang="ko-KR" dirty="0"/>
              <a:t>. </a:t>
            </a:r>
            <a:r>
              <a:rPr lang="ko-KR" altLang="en-US" dirty="0"/>
              <a:t>예를 들어 </a:t>
            </a:r>
            <a:r>
              <a:rPr lang="ko-KR" altLang="en-US" dirty="0" err="1"/>
              <a:t>디코더의</a:t>
            </a:r>
            <a:r>
              <a:rPr lang="ko-KR" altLang="en-US" dirty="0"/>
              <a:t> 출력 단어는 </a:t>
            </a:r>
            <a:r>
              <a:rPr lang="en-US" altLang="ko-KR" dirty="0"/>
              <a:t>Query</a:t>
            </a:r>
            <a:r>
              <a:rPr lang="ko-KR" altLang="en-US" dirty="0"/>
              <a:t>가 되고</a:t>
            </a:r>
            <a:r>
              <a:rPr lang="en-US" altLang="ko-KR" dirty="0"/>
              <a:t>, </a:t>
            </a:r>
            <a:r>
              <a:rPr lang="ko-KR" altLang="en-US" dirty="0"/>
              <a:t>인코더의 출력 값이 </a:t>
            </a:r>
            <a:r>
              <a:rPr lang="en-US" altLang="ko-KR" dirty="0"/>
              <a:t>Key</a:t>
            </a:r>
            <a:r>
              <a:rPr lang="ko-KR" altLang="en-US" dirty="0"/>
              <a:t>와 </a:t>
            </a:r>
            <a:r>
              <a:rPr lang="en-US" altLang="ko-KR" dirty="0"/>
              <a:t>Value</a:t>
            </a:r>
            <a:r>
              <a:rPr lang="ko-KR" altLang="en-US" dirty="0"/>
              <a:t>로 사용되어</a:t>
            </a:r>
            <a:r>
              <a:rPr lang="en-US" altLang="ko-KR" dirty="0"/>
              <a:t>, </a:t>
            </a:r>
            <a:r>
              <a:rPr lang="ko-KR" altLang="en-US" dirty="0"/>
              <a:t>각 단어를 출력하기 위해 어떤 정보를 참고해야 하는지를 결정합니다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6131D53-B2F5-4174-D631-504CDE9B704F}"/>
              </a:ext>
            </a:extLst>
          </p:cNvPr>
          <p:cNvSpPr/>
          <p:nvPr/>
        </p:nvSpPr>
        <p:spPr>
          <a:xfrm>
            <a:off x="294983" y="922898"/>
            <a:ext cx="272824" cy="2100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3776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E4DC5-A9F8-58E8-D7FD-8EDD87261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29324D-38B1-5517-9F94-26757CB5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5</a:t>
            </a:r>
            <a:r>
              <a:rPr lang="ko-KR" altLang="en-US" sz="4000" dirty="0"/>
              <a:t> 설명 타임라인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BF6792A7-22CE-7653-4F48-1EA268245134}"/>
              </a:ext>
            </a:extLst>
          </p:cNvPr>
          <p:cNvSpPr/>
          <p:nvPr/>
        </p:nvSpPr>
        <p:spPr>
          <a:xfrm>
            <a:off x="294983" y="922898"/>
            <a:ext cx="272824" cy="2100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E16C9BB-8C26-83B5-D32D-06C760E24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Mp3</a:t>
            </a:r>
            <a:r>
              <a:rPr lang="ko-KR" altLang="en-US" dirty="0"/>
              <a:t>를 추출하여 넣어주고 각 슬라이드 별 </a:t>
            </a:r>
            <a:r>
              <a:rPr lang="ko-KR" altLang="en-US" dirty="0" err="1"/>
              <a:t>슬라이싱</a:t>
            </a:r>
            <a:r>
              <a:rPr lang="ko-KR" altLang="en-US" dirty="0"/>
              <a:t> 하여 그 페이지가 어느 구간인지 보여준다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중간에 있는 주황색공을 움직여서 시간을 조절할 수 있게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왼쪽에는 </a:t>
            </a:r>
            <a:r>
              <a:rPr lang="ko-KR" altLang="en-US" dirty="0" err="1"/>
              <a:t>음소거</a:t>
            </a:r>
            <a:r>
              <a:rPr lang="ko-KR" altLang="en-US" dirty="0"/>
              <a:t> 버튼과</a:t>
            </a:r>
            <a:r>
              <a:rPr lang="en-US" altLang="ko-KR" dirty="0"/>
              <a:t>, </a:t>
            </a:r>
            <a:r>
              <a:rPr lang="ko-KR" altLang="en-US" dirty="0"/>
              <a:t>시작</a:t>
            </a:r>
            <a:r>
              <a:rPr lang="en-US" altLang="ko-KR" dirty="0"/>
              <a:t>, </a:t>
            </a:r>
            <a:r>
              <a:rPr lang="ko-KR" altLang="en-US" dirty="0"/>
              <a:t>정지 버튼을 만든다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8F3FD4B-756D-DC1D-ABAF-4A03640FE180}"/>
              </a:ext>
            </a:extLst>
          </p:cNvPr>
          <p:cNvGrpSpPr/>
          <p:nvPr/>
        </p:nvGrpSpPr>
        <p:grpSpPr>
          <a:xfrm>
            <a:off x="133739" y="6102221"/>
            <a:ext cx="11924522" cy="755779"/>
            <a:chOff x="0" y="6027576"/>
            <a:chExt cx="11924522" cy="755779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C516DC5-2031-2FC0-AE1A-B6FB637F5870}"/>
                </a:ext>
              </a:extLst>
            </p:cNvPr>
            <p:cNvCxnSpPr/>
            <p:nvPr/>
          </p:nvCxnSpPr>
          <p:spPr>
            <a:xfrm>
              <a:off x="496389" y="6484518"/>
              <a:ext cx="1118180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BC9BCDB-9227-E37C-609F-230CEF5F0263}"/>
                </a:ext>
              </a:extLst>
            </p:cNvPr>
            <p:cNvSpPr/>
            <p:nvPr/>
          </p:nvSpPr>
          <p:spPr>
            <a:xfrm>
              <a:off x="496389" y="6399609"/>
              <a:ext cx="209005" cy="16981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0A8C094F-8583-30ED-1917-FF9D3990B699}"/>
                </a:ext>
              </a:extLst>
            </p:cNvPr>
            <p:cNvSpPr/>
            <p:nvPr/>
          </p:nvSpPr>
          <p:spPr>
            <a:xfrm>
              <a:off x="11486606" y="6399609"/>
              <a:ext cx="209005" cy="16981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80368E0F-25A3-0686-C803-376733DEA64B}"/>
                </a:ext>
              </a:extLst>
            </p:cNvPr>
            <p:cNvCxnSpPr/>
            <p:nvPr/>
          </p:nvCxnSpPr>
          <p:spPr>
            <a:xfrm>
              <a:off x="1201783" y="6357154"/>
              <a:ext cx="0" cy="2547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5CD53965-C371-9A55-0D72-B8A61272B980}"/>
                </a:ext>
              </a:extLst>
            </p:cNvPr>
            <p:cNvCxnSpPr/>
            <p:nvPr/>
          </p:nvCxnSpPr>
          <p:spPr>
            <a:xfrm>
              <a:off x="3204755" y="6357154"/>
              <a:ext cx="0" cy="2547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8DA36D55-4393-2229-2145-62552C029825}"/>
                </a:ext>
              </a:extLst>
            </p:cNvPr>
            <p:cNvCxnSpPr/>
            <p:nvPr/>
          </p:nvCxnSpPr>
          <p:spPr>
            <a:xfrm>
              <a:off x="5024846" y="6357154"/>
              <a:ext cx="0" cy="2547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4E0B5BC3-FD48-04BB-F7A6-EA6BD34E2BE3}"/>
                </a:ext>
              </a:extLst>
            </p:cNvPr>
            <p:cNvCxnSpPr/>
            <p:nvPr/>
          </p:nvCxnSpPr>
          <p:spPr>
            <a:xfrm>
              <a:off x="6496594" y="6357154"/>
              <a:ext cx="0" cy="2547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29FE0D0-595F-6672-70BB-66642677C77B}"/>
                </a:ext>
              </a:extLst>
            </p:cNvPr>
            <p:cNvCxnSpPr/>
            <p:nvPr/>
          </p:nvCxnSpPr>
          <p:spPr>
            <a:xfrm>
              <a:off x="7672251" y="6357154"/>
              <a:ext cx="0" cy="2547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075BF5F3-4F6A-2C36-036E-DF472CF2C970}"/>
                </a:ext>
              </a:extLst>
            </p:cNvPr>
            <p:cNvCxnSpPr/>
            <p:nvPr/>
          </p:nvCxnSpPr>
          <p:spPr>
            <a:xfrm>
              <a:off x="8934993" y="6357154"/>
              <a:ext cx="0" cy="2547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1CB1664-DDD2-ADC6-362E-2FF4E0B2E249}"/>
                </a:ext>
              </a:extLst>
            </p:cNvPr>
            <p:cNvCxnSpPr/>
            <p:nvPr/>
          </p:nvCxnSpPr>
          <p:spPr>
            <a:xfrm>
              <a:off x="10458993" y="6357154"/>
              <a:ext cx="0" cy="2547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8A55A57-0F36-BB55-1E2B-DD5C67D75921}"/>
                </a:ext>
              </a:extLst>
            </p:cNvPr>
            <p:cNvSpPr txBox="1"/>
            <p:nvPr/>
          </p:nvSpPr>
          <p:spPr>
            <a:xfrm>
              <a:off x="449877" y="6237107"/>
              <a:ext cx="76815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1</a:t>
              </a:r>
              <a:r>
                <a:rPr lang="ko-KR" altLang="en-US" sz="1000" dirty="0"/>
                <a:t>슬라이드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CDA4D8B-1C88-759E-7DE4-55C30E422BC2}"/>
                </a:ext>
              </a:extLst>
            </p:cNvPr>
            <p:cNvSpPr txBox="1"/>
            <p:nvPr/>
          </p:nvSpPr>
          <p:spPr>
            <a:xfrm>
              <a:off x="1819189" y="6239488"/>
              <a:ext cx="76815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2</a:t>
              </a:r>
              <a:r>
                <a:rPr lang="ko-KR" altLang="en-US" sz="1000" dirty="0"/>
                <a:t>슬라이드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CC17937-9100-5535-2D10-1E4DE060CDBE}"/>
                </a:ext>
              </a:extLst>
            </p:cNvPr>
            <p:cNvSpPr txBox="1"/>
            <p:nvPr/>
          </p:nvSpPr>
          <p:spPr>
            <a:xfrm>
              <a:off x="3730721" y="6239488"/>
              <a:ext cx="76815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3</a:t>
              </a:r>
              <a:r>
                <a:rPr lang="ko-KR" altLang="en-US" sz="1000" dirty="0"/>
                <a:t>슬라이드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3A9E757-5835-A560-C626-71C2AE3CC213}"/>
                </a:ext>
              </a:extLst>
            </p:cNvPr>
            <p:cNvSpPr txBox="1"/>
            <p:nvPr/>
          </p:nvSpPr>
          <p:spPr>
            <a:xfrm>
              <a:off x="5394057" y="6239488"/>
              <a:ext cx="76815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4</a:t>
              </a:r>
              <a:r>
                <a:rPr lang="ko-KR" altLang="en-US" sz="1000" dirty="0"/>
                <a:t>슬라이드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D0B6B81-B2F4-A52D-293D-C06EA47D6339}"/>
                </a:ext>
              </a:extLst>
            </p:cNvPr>
            <p:cNvSpPr txBox="1"/>
            <p:nvPr/>
          </p:nvSpPr>
          <p:spPr>
            <a:xfrm>
              <a:off x="6656801" y="6239488"/>
              <a:ext cx="76815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5</a:t>
              </a:r>
              <a:r>
                <a:rPr lang="ko-KR" altLang="en-US" sz="1000" dirty="0"/>
                <a:t>슬라이드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D58D371-5A4C-D49D-0ADC-E5DBE632C3FC}"/>
                </a:ext>
              </a:extLst>
            </p:cNvPr>
            <p:cNvSpPr txBox="1"/>
            <p:nvPr/>
          </p:nvSpPr>
          <p:spPr>
            <a:xfrm>
              <a:off x="7832457" y="6239488"/>
              <a:ext cx="76815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6</a:t>
              </a:r>
              <a:r>
                <a:rPr lang="ko-KR" altLang="en-US" sz="1000" dirty="0"/>
                <a:t>슬라이드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ACBDCDA-34E0-84D3-668B-C026E6EBEFFD}"/>
                </a:ext>
              </a:extLst>
            </p:cNvPr>
            <p:cNvSpPr txBox="1"/>
            <p:nvPr/>
          </p:nvSpPr>
          <p:spPr>
            <a:xfrm>
              <a:off x="9356456" y="6239488"/>
              <a:ext cx="76815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7</a:t>
              </a:r>
              <a:r>
                <a:rPr lang="ko-KR" altLang="en-US" sz="1000" dirty="0"/>
                <a:t>슬라이드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EE603ED-C796-7C04-F9FF-1A7FEF2171D2}"/>
                </a:ext>
              </a:extLst>
            </p:cNvPr>
            <p:cNvSpPr txBox="1"/>
            <p:nvPr/>
          </p:nvSpPr>
          <p:spPr>
            <a:xfrm>
              <a:off x="10649601" y="6239488"/>
              <a:ext cx="76815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8</a:t>
              </a:r>
              <a:r>
                <a:rPr lang="ko-KR" altLang="en-US" sz="1000" dirty="0"/>
                <a:t>슬라이드</a:t>
              </a:r>
            </a:p>
          </p:txBody>
        </p:sp>
        <p:sp>
          <p:nvSpPr>
            <p:cNvPr id="25" name="실행 단추: 앞으로 또는 다음으로 이동 24">
              <a:hlinkClick r:id="" action="ppaction://hlinkshowjump?jump=nextslide" highlightClick="1"/>
              <a:extLst>
                <a:ext uri="{FF2B5EF4-FFF2-40B4-BE49-F238E27FC236}">
                  <a16:creationId xmlns:a16="http://schemas.microsoft.com/office/drawing/2014/main" id="{3D0B3A14-4A0A-7758-A595-6E6B5F1097F7}"/>
                </a:ext>
              </a:extLst>
            </p:cNvPr>
            <p:cNvSpPr/>
            <p:nvPr/>
          </p:nvSpPr>
          <p:spPr>
            <a:xfrm>
              <a:off x="112718" y="6505744"/>
              <a:ext cx="201279" cy="212271"/>
            </a:xfrm>
            <a:prstGeom prst="actionButtonForwardNex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FD81C188-F275-B4BF-6BCB-3183C0ACF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503" y="6110696"/>
              <a:ext cx="238125" cy="266700"/>
            </a:xfrm>
            <a:prstGeom prst="rect">
              <a:avLst/>
            </a:prstGeom>
          </p:spPr>
        </p:pic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76646C3E-86D0-94F2-046B-E5E3370D995F}"/>
                </a:ext>
              </a:extLst>
            </p:cNvPr>
            <p:cNvSpPr/>
            <p:nvPr/>
          </p:nvSpPr>
          <p:spPr>
            <a:xfrm>
              <a:off x="2715208" y="6399609"/>
              <a:ext cx="206516" cy="169816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1C7F6082-CB1B-64A9-D92F-3755B03DB366}"/>
                </a:ext>
              </a:extLst>
            </p:cNvPr>
            <p:cNvSpPr/>
            <p:nvPr/>
          </p:nvSpPr>
          <p:spPr>
            <a:xfrm>
              <a:off x="0" y="6027576"/>
              <a:ext cx="11924522" cy="75577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974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583</Words>
  <Application>Microsoft Office PowerPoint</Application>
  <PresentationFormat>와이드스크린</PresentationFormat>
  <Paragraphs>88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1 기능 설명</vt:lpstr>
      <vt:lpstr>2 기능 설명 – 대사 스크립트 전문</vt:lpstr>
      <vt:lpstr>3 설명</vt:lpstr>
      <vt:lpstr>4 설명 아래와 같이 llm출력값 넣음 (스크롤할 수 있게)</vt:lpstr>
      <vt:lpstr>5 설명 타임라인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임홍철</dc:creator>
  <cp:lastModifiedBy>임홍철</cp:lastModifiedBy>
  <cp:revision>2</cp:revision>
  <dcterms:created xsi:type="dcterms:W3CDTF">2025-08-01T04:30:18Z</dcterms:created>
  <dcterms:modified xsi:type="dcterms:W3CDTF">2025-08-01T05:32:48Z</dcterms:modified>
</cp:coreProperties>
</file>